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262" r:id="rId3"/>
    <p:sldId id="257" r:id="rId4"/>
    <p:sldId id="266" r:id="rId5"/>
    <p:sldId id="268" r:id="rId6"/>
    <p:sldId id="269" r:id="rId7"/>
    <p:sldId id="256" r:id="rId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3" autoAdjust="0"/>
    <p:restoredTop sz="73440" autoAdjust="0"/>
  </p:normalViewPr>
  <p:slideViewPr>
    <p:cSldViewPr snapToGrid="0" snapToObjects="1">
      <p:cViewPr varScale="1">
        <p:scale>
          <a:sx n="98" d="100"/>
          <a:sy n="98" d="100"/>
        </p:scale>
        <p:origin x="195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lie Francis" userId="ed72fbee5eedf14c" providerId="LiveId" clId="{9B3C0349-A0B6-4BEF-98AC-87D0F1B06E15}"/>
    <pc:docChg chg="undo custSel addSld delSld modSld sldOrd">
      <pc:chgData name="Leslie Francis" userId="ed72fbee5eedf14c" providerId="LiveId" clId="{9B3C0349-A0B6-4BEF-98AC-87D0F1B06E15}" dt="2026-04-20T12:06:46.556" v="2908" actId="20577"/>
      <pc:docMkLst>
        <pc:docMk/>
      </pc:docMkLst>
      <pc:sldChg chg="modSp mod ord">
        <pc:chgData name="Leslie Francis" userId="ed72fbee5eedf14c" providerId="LiveId" clId="{9B3C0349-A0B6-4BEF-98AC-87D0F1B06E15}" dt="2026-04-20T01:48:17.654" v="2730" actId="122"/>
        <pc:sldMkLst>
          <pc:docMk/>
          <pc:sldMk cId="0" sldId="256"/>
        </pc:sldMkLst>
        <pc:spChg chg="mod">
          <ac:chgData name="Leslie Francis" userId="ed72fbee5eedf14c" providerId="LiveId" clId="{9B3C0349-A0B6-4BEF-98AC-87D0F1B06E15}" dt="2026-04-20T01:48:17.654" v="2730" actId="122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Leslie Francis" userId="ed72fbee5eedf14c" providerId="LiveId" clId="{9B3C0349-A0B6-4BEF-98AC-87D0F1B06E15}" dt="2026-04-20T12:02:38.987" v="2885" actId="1076"/>
        <pc:sldMkLst>
          <pc:docMk/>
          <pc:sldMk cId="0" sldId="257"/>
        </pc:sldMkLst>
        <pc:spChg chg="del">
          <ac:chgData name="Leslie Francis" userId="ed72fbee5eedf14c" providerId="LiveId" clId="{9B3C0349-A0B6-4BEF-98AC-87D0F1B06E15}" dt="2026-04-20T00:32:31.955" v="915" actId="478"/>
          <ac:spMkLst>
            <pc:docMk/>
            <pc:sldMk cId="0" sldId="257"/>
            <ac:spMk id="3" creationId="{1F3C312D-8B25-3ECE-8678-682984207379}"/>
          </ac:spMkLst>
        </pc:spChg>
        <pc:spChg chg="add del mod">
          <ac:chgData name="Leslie Francis" userId="ed72fbee5eedf14c" providerId="LiveId" clId="{9B3C0349-A0B6-4BEF-98AC-87D0F1B06E15}" dt="2026-04-19T19:38:21.216" v="94"/>
          <ac:spMkLst>
            <pc:docMk/>
            <pc:sldMk cId="0" sldId="257"/>
            <ac:spMk id="7" creationId="{A3422EF4-38D8-FE2B-F437-9DD3D2C548AA}"/>
          </ac:spMkLst>
        </pc:spChg>
        <pc:spChg chg="add del mod">
          <ac:chgData name="Leslie Francis" userId="ed72fbee5eedf14c" providerId="LiveId" clId="{9B3C0349-A0B6-4BEF-98AC-87D0F1B06E15}" dt="2026-04-19T23:12:22.107" v="551" actId="478"/>
          <ac:spMkLst>
            <pc:docMk/>
            <pc:sldMk cId="0" sldId="257"/>
            <ac:spMk id="10" creationId="{7B13360B-63C8-DE6E-E47B-4B60F6D4B4C4}"/>
          </ac:spMkLst>
        </pc:spChg>
        <pc:spChg chg="add mod">
          <ac:chgData name="Leslie Francis" userId="ed72fbee5eedf14c" providerId="LiveId" clId="{9B3C0349-A0B6-4BEF-98AC-87D0F1B06E15}" dt="2026-04-20T12:02:00.842" v="2871" actId="14100"/>
          <ac:spMkLst>
            <pc:docMk/>
            <pc:sldMk cId="0" sldId="257"/>
            <ac:spMk id="11" creationId="{688667DE-A92A-1AD5-BB8A-4E9BA913088A}"/>
          </ac:spMkLst>
        </pc:spChg>
        <pc:spChg chg="add del mod">
          <ac:chgData name="Leslie Francis" userId="ed72fbee5eedf14c" providerId="LiveId" clId="{9B3C0349-A0B6-4BEF-98AC-87D0F1B06E15}" dt="2026-04-19T22:55:27.204" v="372" actId="478"/>
          <ac:spMkLst>
            <pc:docMk/>
            <pc:sldMk cId="0" sldId="257"/>
            <ac:spMk id="14" creationId="{FC487230-DA43-57BA-8E58-619CB3F24688}"/>
          </ac:spMkLst>
        </pc:spChg>
        <pc:spChg chg="add mod">
          <ac:chgData name="Leslie Francis" userId="ed72fbee5eedf14c" providerId="LiveId" clId="{9B3C0349-A0B6-4BEF-98AC-87D0F1B06E15}" dt="2026-04-19T22:55:15.855" v="369"/>
          <ac:spMkLst>
            <pc:docMk/>
            <pc:sldMk cId="0" sldId="257"/>
            <ac:spMk id="15" creationId="{DD42F7B6-8BE8-5523-F798-E439533BFB68}"/>
          </ac:spMkLst>
        </pc:spChg>
        <pc:spChg chg="add mod">
          <ac:chgData name="Leslie Francis" userId="ed72fbee5eedf14c" providerId="LiveId" clId="{9B3C0349-A0B6-4BEF-98AC-87D0F1B06E15}" dt="2026-04-20T12:02:16.829" v="2881" actId="1035"/>
          <ac:spMkLst>
            <pc:docMk/>
            <pc:sldMk cId="0" sldId="257"/>
            <ac:spMk id="16" creationId="{005B1220-FB43-BAA6-38B6-D7A478409714}"/>
          </ac:spMkLst>
        </pc:spChg>
        <pc:spChg chg="add del mod">
          <ac:chgData name="Leslie Francis" userId="ed72fbee5eedf14c" providerId="LiveId" clId="{9B3C0349-A0B6-4BEF-98AC-87D0F1B06E15}" dt="2026-04-19T22:58:28.306" v="413" actId="478"/>
          <ac:spMkLst>
            <pc:docMk/>
            <pc:sldMk cId="0" sldId="257"/>
            <ac:spMk id="17" creationId="{3AC282A1-A5EC-943C-4BA3-8A52DAB4740F}"/>
          </ac:spMkLst>
        </pc:spChg>
        <pc:spChg chg="add mod">
          <ac:chgData name="Leslie Francis" userId="ed72fbee5eedf14c" providerId="LiveId" clId="{9B3C0349-A0B6-4BEF-98AC-87D0F1B06E15}" dt="2026-04-20T12:02:26.453" v="2882" actId="1076"/>
          <ac:spMkLst>
            <pc:docMk/>
            <pc:sldMk cId="0" sldId="257"/>
            <ac:spMk id="20" creationId="{EB948B20-8E66-3B74-A985-EB26E3C196BE}"/>
          </ac:spMkLst>
        </pc:spChg>
        <pc:spChg chg="add del mod">
          <ac:chgData name="Leslie Francis" userId="ed72fbee5eedf14c" providerId="LiveId" clId="{9B3C0349-A0B6-4BEF-98AC-87D0F1B06E15}" dt="2026-04-19T23:00:31.850" v="470" actId="478"/>
          <ac:spMkLst>
            <pc:docMk/>
            <pc:sldMk cId="0" sldId="257"/>
            <ac:spMk id="21" creationId="{59C1CD23-9C81-56AA-E64B-4F6D6AFBDAC4}"/>
          </ac:spMkLst>
        </pc:spChg>
        <pc:spChg chg="add mod">
          <ac:chgData name="Leslie Francis" userId="ed72fbee5eedf14c" providerId="LiveId" clId="{9B3C0349-A0B6-4BEF-98AC-87D0F1B06E15}" dt="2026-04-20T12:02:16.829" v="2881" actId="1035"/>
          <ac:spMkLst>
            <pc:docMk/>
            <pc:sldMk cId="0" sldId="257"/>
            <ac:spMk id="24" creationId="{9E4563E4-D60C-6148-0A05-4E9ECC65327F}"/>
          </ac:spMkLst>
        </pc:spChg>
        <pc:spChg chg="add del mod">
          <ac:chgData name="Leslie Francis" userId="ed72fbee5eedf14c" providerId="LiveId" clId="{9B3C0349-A0B6-4BEF-98AC-87D0F1B06E15}" dt="2026-04-19T23:03:30.105" v="518" actId="478"/>
          <ac:spMkLst>
            <pc:docMk/>
            <pc:sldMk cId="0" sldId="257"/>
            <ac:spMk id="25" creationId="{9DAE8F27-1644-6413-CE7B-74042466FF45}"/>
          </ac:spMkLst>
        </pc:spChg>
        <pc:spChg chg="add mod">
          <ac:chgData name="Leslie Francis" userId="ed72fbee5eedf14c" providerId="LiveId" clId="{9B3C0349-A0B6-4BEF-98AC-87D0F1B06E15}" dt="2026-04-19T23:15:03.838" v="578" actId="571"/>
          <ac:spMkLst>
            <pc:docMk/>
            <pc:sldMk cId="0" sldId="257"/>
            <ac:spMk id="31" creationId="{BB489D5D-FBE7-7A4B-0EAF-DC7AE8E4AE54}"/>
          </ac:spMkLst>
        </pc:spChg>
        <pc:spChg chg="add del">
          <ac:chgData name="Leslie Francis" userId="ed72fbee5eedf14c" providerId="LiveId" clId="{9B3C0349-A0B6-4BEF-98AC-87D0F1B06E15}" dt="2026-04-19T23:30:41.024" v="794" actId="11529"/>
          <ac:spMkLst>
            <pc:docMk/>
            <pc:sldMk cId="0" sldId="257"/>
            <ac:spMk id="32" creationId="{94EB514E-3B82-AA2E-E3AD-ABE2ACB45DFC}"/>
          </ac:spMkLst>
        </pc:spChg>
        <pc:spChg chg="add mod">
          <ac:chgData name="Leslie Francis" userId="ed72fbee5eedf14c" providerId="LiveId" clId="{9B3C0349-A0B6-4BEF-98AC-87D0F1B06E15}" dt="2026-04-19T23:30:39.726" v="793" actId="1076"/>
          <ac:spMkLst>
            <pc:docMk/>
            <pc:sldMk cId="0" sldId="257"/>
            <ac:spMk id="33" creationId="{1E28A35D-4155-350D-DD6E-4A529A5329BC}"/>
          </ac:spMkLst>
        </pc:spChg>
        <pc:spChg chg="add del mod">
          <ac:chgData name="Leslie Francis" userId="ed72fbee5eedf14c" providerId="LiveId" clId="{9B3C0349-A0B6-4BEF-98AC-87D0F1B06E15}" dt="2026-04-19T23:39:47.037" v="797" actId="478"/>
          <ac:spMkLst>
            <pc:docMk/>
            <pc:sldMk cId="0" sldId="257"/>
            <ac:spMk id="34" creationId="{7416CE97-FCD0-2242-2B8A-1D66A1211E8D}"/>
          </ac:spMkLst>
        </pc:spChg>
        <pc:spChg chg="mod">
          <ac:chgData name="Leslie Francis" userId="ed72fbee5eedf14c" providerId="LiveId" clId="{9B3C0349-A0B6-4BEF-98AC-87D0F1B06E15}" dt="2026-04-19T19:49:47.546" v="133" actId="113"/>
          <ac:spMkLst>
            <pc:docMk/>
            <pc:sldMk cId="0" sldId="257"/>
            <ac:spMk id="52" creationId="{443BA6A7-7A27-A9BB-8D68-4170D4FBF04E}"/>
          </ac:spMkLst>
        </pc:spChg>
        <pc:spChg chg="mod">
          <ac:chgData name="Leslie Francis" userId="ed72fbee5eedf14c" providerId="LiveId" clId="{9B3C0349-A0B6-4BEF-98AC-87D0F1B06E15}" dt="2026-04-20T12:01:49.984" v="2868" actId="6549"/>
          <ac:spMkLst>
            <pc:docMk/>
            <pc:sldMk cId="0" sldId="257"/>
            <ac:spMk id="53" creationId="{4760BBD6-3AD8-79BF-C185-6F6589039604}"/>
          </ac:spMkLst>
        </pc:spChg>
        <pc:spChg chg="mod">
          <ac:chgData name="Leslie Francis" userId="ed72fbee5eedf14c" providerId="LiveId" clId="{9B3C0349-A0B6-4BEF-98AC-87D0F1B06E15}" dt="2026-04-20T12:02:05.087" v="2872" actId="14100"/>
          <ac:spMkLst>
            <pc:docMk/>
            <pc:sldMk cId="0" sldId="257"/>
            <ac:spMk id="54" creationId="{2B545417-9012-91D6-887A-6CCA11606690}"/>
          </ac:spMkLst>
        </pc:spChg>
        <pc:spChg chg="del mod">
          <ac:chgData name="Leslie Francis" userId="ed72fbee5eedf14c" providerId="LiveId" clId="{9B3C0349-A0B6-4BEF-98AC-87D0F1B06E15}" dt="2026-04-19T22:57:49.726" v="386" actId="478"/>
          <ac:spMkLst>
            <pc:docMk/>
            <pc:sldMk cId="0" sldId="257"/>
            <ac:spMk id="55" creationId="{06A75FA5-6D7D-0E9F-0809-64FA07AC1021}"/>
          </ac:spMkLst>
        </pc:spChg>
        <pc:picChg chg="del">
          <ac:chgData name="Leslie Francis" userId="ed72fbee5eedf14c" providerId="LiveId" clId="{9B3C0349-A0B6-4BEF-98AC-87D0F1B06E15}" dt="2026-04-19T19:25:15.626" v="4" actId="478"/>
          <ac:picMkLst>
            <pc:docMk/>
            <pc:sldMk cId="0" sldId="257"/>
            <ac:picMk id="2" creationId="{00000000-0000-0000-0000-000000000000}"/>
          </ac:picMkLst>
        </pc:picChg>
        <pc:picChg chg="del">
          <ac:chgData name="Leslie Francis" userId="ed72fbee5eedf14c" providerId="LiveId" clId="{9B3C0349-A0B6-4BEF-98AC-87D0F1B06E15}" dt="2026-04-19T19:25:17.709" v="5" actId="478"/>
          <ac:picMkLst>
            <pc:docMk/>
            <pc:sldMk cId="0" sldId="257"/>
            <ac:picMk id="5" creationId="{C60822A6-0D9D-251A-008A-2E9372AAC6C1}"/>
          </ac:picMkLst>
        </pc:picChg>
        <pc:picChg chg="add mod ord">
          <ac:chgData name="Leslie Francis" userId="ed72fbee5eedf14c" providerId="LiveId" clId="{9B3C0349-A0B6-4BEF-98AC-87D0F1B06E15}" dt="2026-04-19T23:14:45.256" v="572" actId="1076"/>
          <ac:picMkLst>
            <pc:docMk/>
            <pc:sldMk cId="0" sldId="257"/>
            <ac:picMk id="6" creationId="{0FADA8B1-38CB-1EBF-C41A-6CAEB83A1065}"/>
          </ac:picMkLst>
        </pc:picChg>
        <pc:picChg chg="add del mod ord">
          <ac:chgData name="Leslie Francis" userId="ed72fbee5eedf14c" providerId="LiveId" clId="{9B3C0349-A0B6-4BEF-98AC-87D0F1B06E15}" dt="2026-04-19T23:06:04.756" v="544" actId="478"/>
          <ac:picMkLst>
            <pc:docMk/>
            <pc:sldMk cId="0" sldId="257"/>
            <ac:picMk id="9" creationId="{BA45E458-2546-61BA-3116-A902DBF68435}"/>
          </ac:picMkLst>
        </pc:picChg>
        <pc:picChg chg="add mod ord">
          <ac:chgData name="Leslie Francis" userId="ed72fbee5eedf14c" providerId="LiveId" clId="{9B3C0349-A0B6-4BEF-98AC-87D0F1B06E15}" dt="2026-04-19T23:45:14.837" v="828" actId="1035"/>
          <ac:picMkLst>
            <pc:docMk/>
            <pc:sldMk cId="0" sldId="257"/>
            <ac:picMk id="13" creationId="{A4E28120-B67E-79AA-8EEC-94F6000B1B21}"/>
          </ac:picMkLst>
        </pc:picChg>
        <pc:picChg chg="add mod ord">
          <ac:chgData name="Leslie Francis" userId="ed72fbee5eedf14c" providerId="LiveId" clId="{9B3C0349-A0B6-4BEF-98AC-87D0F1B06E15}" dt="2026-04-20T12:02:16.829" v="2881" actId="1035"/>
          <ac:picMkLst>
            <pc:docMk/>
            <pc:sldMk cId="0" sldId="257"/>
            <ac:picMk id="19" creationId="{F56827E7-45AF-567B-22AC-E4BDB24F8D22}"/>
          </ac:picMkLst>
        </pc:picChg>
        <pc:picChg chg="add mod ord">
          <ac:chgData name="Leslie Francis" userId="ed72fbee5eedf14c" providerId="LiveId" clId="{9B3C0349-A0B6-4BEF-98AC-87D0F1B06E15}" dt="2026-04-20T12:02:33.471" v="2884" actId="1076"/>
          <ac:picMkLst>
            <pc:docMk/>
            <pc:sldMk cId="0" sldId="257"/>
            <ac:picMk id="23" creationId="{26E39C8F-751C-E331-9187-ED62C94CCBF2}"/>
          </ac:picMkLst>
        </pc:picChg>
        <pc:picChg chg="add mod ord">
          <ac:chgData name="Leslie Francis" userId="ed72fbee5eedf14c" providerId="LiveId" clId="{9B3C0349-A0B6-4BEF-98AC-87D0F1B06E15}" dt="2026-04-20T12:02:38.987" v="2885" actId="1076"/>
          <ac:picMkLst>
            <pc:docMk/>
            <pc:sldMk cId="0" sldId="257"/>
            <ac:picMk id="27" creationId="{787FCEEE-7D83-E856-6F9C-9215183C487B}"/>
          </ac:picMkLst>
        </pc:picChg>
        <pc:picChg chg="add mod">
          <ac:chgData name="Leslie Francis" userId="ed72fbee5eedf14c" providerId="LiveId" clId="{9B3C0349-A0B6-4BEF-98AC-87D0F1B06E15}" dt="2026-04-19T23:45:20.477" v="841" actId="1035"/>
          <ac:picMkLst>
            <pc:docMk/>
            <pc:sldMk cId="0" sldId="257"/>
            <ac:picMk id="29" creationId="{EB2C9C84-AFB2-F183-9346-79DEE906658B}"/>
          </ac:picMkLst>
        </pc:picChg>
        <pc:picChg chg="add mod">
          <ac:chgData name="Leslie Francis" userId="ed72fbee5eedf14c" providerId="LiveId" clId="{9B3C0349-A0B6-4BEF-98AC-87D0F1B06E15}" dt="2026-04-19T23:15:03.838" v="578" actId="571"/>
          <ac:picMkLst>
            <pc:docMk/>
            <pc:sldMk cId="0" sldId="257"/>
            <ac:picMk id="30" creationId="{F6722D05-C463-B308-DE3B-10A5997FD9C3}"/>
          </ac:picMkLst>
        </pc:picChg>
        <pc:picChg chg="add del mod ord">
          <ac:chgData name="Leslie Francis" userId="ed72fbee5eedf14c" providerId="LiveId" clId="{9B3C0349-A0B6-4BEF-98AC-87D0F1B06E15}" dt="2026-04-19T23:45:02.145" v="803" actId="478"/>
          <ac:picMkLst>
            <pc:docMk/>
            <pc:sldMk cId="0" sldId="257"/>
            <ac:picMk id="36" creationId="{ADD2F3EC-9288-EB5C-601E-C77F5E1780A0}"/>
          </ac:picMkLst>
        </pc:picChg>
        <pc:picChg chg="add del mod ord">
          <ac:chgData name="Leslie Francis" userId="ed72fbee5eedf14c" providerId="LiveId" clId="{9B3C0349-A0B6-4BEF-98AC-87D0F1B06E15}" dt="2026-04-20T01:11:37.754" v="1870" actId="478"/>
          <ac:picMkLst>
            <pc:docMk/>
            <pc:sldMk cId="0" sldId="257"/>
            <ac:picMk id="38" creationId="{E3234ACC-DD7C-2D8E-8FEF-A0B552438F04}"/>
          </ac:picMkLst>
        </pc:picChg>
        <pc:picChg chg="add mod ord">
          <ac:chgData name="Leslie Francis" userId="ed72fbee5eedf14c" providerId="LiveId" clId="{9B3C0349-A0B6-4BEF-98AC-87D0F1B06E15}" dt="2026-04-20T01:13:02.478" v="1909" actId="1076"/>
          <ac:picMkLst>
            <pc:docMk/>
            <pc:sldMk cId="0" sldId="257"/>
            <ac:picMk id="40" creationId="{3A76D6BA-FA2B-E677-2157-BDAD8CA8C101}"/>
          </ac:picMkLst>
        </pc:picChg>
      </pc:sldChg>
      <pc:sldChg chg="modSp mod">
        <pc:chgData name="Leslie Francis" userId="ed72fbee5eedf14c" providerId="LiveId" clId="{9B3C0349-A0B6-4BEF-98AC-87D0F1B06E15}" dt="2026-04-20T11:58:23.970" v="2823" actId="29295"/>
        <pc:sldMkLst>
          <pc:docMk/>
          <pc:sldMk cId="2537491070" sldId="258"/>
        </pc:sldMkLst>
        <pc:spChg chg="mod">
          <ac:chgData name="Leslie Francis" userId="ed72fbee5eedf14c" providerId="LiveId" clId="{9B3C0349-A0B6-4BEF-98AC-87D0F1B06E15}" dt="2026-04-20T11:55:56.954" v="2796" actId="20577"/>
          <ac:spMkLst>
            <pc:docMk/>
            <pc:sldMk cId="2537491070" sldId="258"/>
            <ac:spMk id="19" creationId="{9A8287AC-09D0-6515-7D30-4289A50CB901}"/>
          </ac:spMkLst>
        </pc:spChg>
        <pc:picChg chg="mod">
          <ac:chgData name="Leslie Francis" userId="ed72fbee5eedf14c" providerId="LiveId" clId="{9B3C0349-A0B6-4BEF-98AC-87D0F1B06E15}" dt="2026-04-20T11:58:23.970" v="2823" actId="29295"/>
          <ac:picMkLst>
            <pc:docMk/>
            <pc:sldMk cId="2537491070" sldId="258"/>
            <ac:picMk id="2" creationId="{AF199909-4F3E-3FD5-BE7B-3BB3E7095E7F}"/>
          </ac:picMkLst>
        </pc:picChg>
      </pc:sldChg>
      <pc:sldChg chg="del">
        <pc:chgData name="Leslie Francis" userId="ed72fbee5eedf14c" providerId="LiveId" clId="{9B3C0349-A0B6-4BEF-98AC-87D0F1B06E15}" dt="2026-04-20T01:02:39.505" v="1664" actId="47"/>
        <pc:sldMkLst>
          <pc:docMk/>
          <pc:sldMk cId="0" sldId="261"/>
        </pc:sldMkLst>
      </pc:sldChg>
      <pc:sldChg chg="modSp mod">
        <pc:chgData name="Leslie Francis" userId="ed72fbee5eedf14c" providerId="LiveId" clId="{9B3C0349-A0B6-4BEF-98AC-87D0F1B06E15}" dt="2026-04-20T01:55:16.303" v="2743" actId="14100"/>
        <pc:sldMkLst>
          <pc:docMk/>
          <pc:sldMk cId="0" sldId="262"/>
        </pc:sldMkLst>
        <pc:spChg chg="mod">
          <ac:chgData name="Leslie Francis" userId="ed72fbee5eedf14c" providerId="LiveId" clId="{9B3C0349-A0B6-4BEF-98AC-87D0F1B06E15}" dt="2026-04-20T01:55:16.303" v="2743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Leslie Francis" userId="ed72fbee5eedf14c" providerId="LiveId" clId="{9B3C0349-A0B6-4BEF-98AC-87D0F1B06E15}" dt="2026-04-20T01:55:05.248" v="2742" actId="1076"/>
          <ac:spMkLst>
            <pc:docMk/>
            <pc:sldMk cId="0" sldId="262"/>
            <ac:spMk id="4" creationId="{00000000-0000-0000-0000-000000000000}"/>
          </ac:spMkLst>
        </pc:spChg>
      </pc:sldChg>
      <pc:sldChg chg="del">
        <pc:chgData name="Leslie Francis" userId="ed72fbee5eedf14c" providerId="LiveId" clId="{9B3C0349-A0B6-4BEF-98AC-87D0F1B06E15}" dt="2026-04-20T01:02:37.628" v="1663" actId="47"/>
        <pc:sldMkLst>
          <pc:docMk/>
          <pc:sldMk cId="3966303973" sldId="263"/>
        </pc:sldMkLst>
      </pc:sldChg>
      <pc:sldChg chg="addSp modSp new del mod">
        <pc:chgData name="Leslie Francis" userId="ed72fbee5eedf14c" providerId="LiveId" clId="{9B3C0349-A0B6-4BEF-98AC-87D0F1B06E15}" dt="2026-04-19T23:20:34.067" v="641" actId="47"/>
        <pc:sldMkLst>
          <pc:docMk/>
          <pc:sldMk cId="226516130" sldId="264"/>
        </pc:sldMkLst>
        <pc:spChg chg="add mod">
          <ac:chgData name="Leslie Francis" userId="ed72fbee5eedf14c" providerId="LiveId" clId="{9B3C0349-A0B6-4BEF-98AC-87D0F1B06E15}" dt="2026-04-19T23:20:20.120" v="639" actId="20577"/>
          <ac:spMkLst>
            <pc:docMk/>
            <pc:sldMk cId="226516130" sldId="264"/>
            <ac:spMk id="2" creationId="{CB1BD85D-E858-EE49-F6DD-AFC0D190A73E}"/>
          </ac:spMkLst>
        </pc:spChg>
      </pc:sldChg>
      <pc:sldChg chg="addSp modSp add del mod">
        <pc:chgData name="Leslie Francis" userId="ed72fbee5eedf14c" providerId="LiveId" clId="{9B3C0349-A0B6-4BEF-98AC-87D0F1B06E15}" dt="2026-04-20T01:01:56.004" v="1662" actId="47"/>
        <pc:sldMkLst>
          <pc:docMk/>
          <pc:sldMk cId="3626600004" sldId="265"/>
        </pc:sldMkLst>
        <pc:spChg chg="mod">
          <ac:chgData name="Leslie Francis" userId="ed72fbee5eedf14c" providerId="LiveId" clId="{9B3C0349-A0B6-4BEF-98AC-87D0F1B06E15}" dt="2026-04-19T23:26:46.926" v="770" actId="164"/>
          <ac:spMkLst>
            <pc:docMk/>
            <pc:sldMk cId="3626600004" sldId="265"/>
            <ac:spMk id="11" creationId="{F90CD77D-7ABF-EECE-A15B-DBDD0AAA22CC}"/>
          </ac:spMkLst>
        </pc:spChg>
        <pc:spChg chg="mod">
          <ac:chgData name="Leslie Francis" userId="ed72fbee5eedf14c" providerId="LiveId" clId="{9B3C0349-A0B6-4BEF-98AC-87D0F1B06E15}" dt="2026-04-19T23:27:35.783" v="775" actId="164"/>
          <ac:spMkLst>
            <pc:docMk/>
            <pc:sldMk cId="3626600004" sldId="265"/>
            <ac:spMk id="16" creationId="{F44FA03B-F6CE-0903-97F7-F8FA01034931}"/>
          </ac:spMkLst>
        </pc:spChg>
        <pc:spChg chg="mod">
          <ac:chgData name="Leslie Francis" userId="ed72fbee5eedf14c" providerId="LiveId" clId="{9B3C0349-A0B6-4BEF-98AC-87D0F1B06E15}" dt="2026-04-19T23:27:41.154" v="776" actId="164"/>
          <ac:spMkLst>
            <pc:docMk/>
            <pc:sldMk cId="3626600004" sldId="265"/>
            <ac:spMk id="20" creationId="{525CB99C-B27D-2BF9-CF9A-E2018349DC58}"/>
          </ac:spMkLst>
        </pc:spChg>
        <pc:spChg chg="mod">
          <ac:chgData name="Leslie Francis" userId="ed72fbee5eedf14c" providerId="LiveId" clId="{9B3C0349-A0B6-4BEF-98AC-87D0F1B06E15}" dt="2026-04-20T00:33:07.720" v="916" actId="1076"/>
          <ac:spMkLst>
            <pc:docMk/>
            <pc:sldMk cId="3626600004" sldId="265"/>
            <ac:spMk id="24" creationId="{128C1AA6-4110-AF5C-496A-CB49248CEAF9}"/>
          </ac:spMkLst>
        </pc:spChg>
        <pc:spChg chg="mod">
          <ac:chgData name="Leslie Francis" userId="ed72fbee5eedf14c" providerId="LiveId" clId="{9B3C0349-A0B6-4BEF-98AC-87D0F1B06E15}" dt="2026-04-19T23:20:46.637" v="674" actId="20577"/>
          <ac:spMkLst>
            <pc:docMk/>
            <pc:sldMk cId="3626600004" sldId="265"/>
            <ac:spMk id="52" creationId="{920727DD-8C35-F36F-E304-88D98E43594C}"/>
          </ac:spMkLst>
        </pc:spChg>
        <pc:spChg chg="mod">
          <ac:chgData name="Leslie Francis" userId="ed72fbee5eedf14c" providerId="LiveId" clId="{9B3C0349-A0B6-4BEF-98AC-87D0F1B06E15}" dt="2026-04-19T23:26:56.487" v="771" actId="164"/>
          <ac:spMkLst>
            <pc:docMk/>
            <pc:sldMk cId="3626600004" sldId="265"/>
            <ac:spMk id="53" creationId="{5C2B9D39-AC24-1C6E-2C7F-D610BE47AEF5}"/>
          </ac:spMkLst>
        </pc:spChg>
        <pc:spChg chg="mod">
          <ac:chgData name="Leslie Francis" userId="ed72fbee5eedf14c" providerId="LiveId" clId="{9B3C0349-A0B6-4BEF-98AC-87D0F1B06E15}" dt="2026-04-19T23:27:12.149" v="773" actId="164"/>
          <ac:spMkLst>
            <pc:docMk/>
            <pc:sldMk cId="3626600004" sldId="265"/>
            <ac:spMk id="54" creationId="{18CA20D6-9A17-91D7-2A2C-D882F8AF6100}"/>
          </ac:spMkLst>
        </pc:spChg>
        <pc:grpChg chg="add mod">
          <ac:chgData name="Leslie Francis" userId="ed72fbee5eedf14c" providerId="LiveId" clId="{9B3C0349-A0B6-4BEF-98AC-87D0F1B06E15}" dt="2026-04-20T00:38:35.962" v="920" actId="1076"/>
          <ac:grpSpMkLst>
            <pc:docMk/>
            <pc:sldMk cId="3626600004" sldId="265"/>
            <ac:grpSpMk id="2" creationId="{A9383727-3DBD-04E8-924F-8D03A25034A5}"/>
          </ac:grpSpMkLst>
        </pc:grpChg>
        <pc:grpChg chg="add mod">
          <ac:chgData name="Leslie Francis" userId="ed72fbee5eedf14c" providerId="LiveId" clId="{9B3C0349-A0B6-4BEF-98AC-87D0F1B06E15}" dt="2026-04-20T00:34:06.209" v="918" actId="1076"/>
          <ac:grpSpMkLst>
            <pc:docMk/>
            <pc:sldMk cId="3626600004" sldId="265"/>
            <ac:grpSpMk id="4" creationId="{FA4199AD-10A4-C581-E82E-07E981E9A924}"/>
          </ac:grpSpMkLst>
        </pc:grpChg>
        <pc:grpChg chg="add mod">
          <ac:chgData name="Leslie Francis" userId="ed72fbee5eedf14c" providerId="LiveId" clId="{9B3C0349-A0B6-4BEF-98AC-87D0F1B06E15}" dt="2026-04-19T23:28:43.736" v="786" actId="1076"/>
          <ac:grpSpMkLst>
            <pc:docMk/>
            <pc:sldMk cId="3626600004" sldId="265"/>
            <ac:grpSpMk id="5" creationId="{3AB98FCE-40A9-2AE4-D823-CFE4398F4300}"/>
          </ac:grpSpMkLst>
        </pc:grpChg>
        <pc:grpChg chg="add mod">
          <ac:chgData name="Leslie Francis" userId="ed72fbee5eedf14c" providerId="LiveId" clId="{9B3C0349-A0B6-4BEF-98AC-87D0F1B06E15}" dt="2026-04-19T23:28:24.837" v="783" actId="1076"/>
          <ac:grpSpMkLst>
            <pc:docMk/>
            <pc:sldMk cId="3626600004" sldId="265"/>
            <ac:grpSpMk id="7" creationId="{CCA9483D-4096-AD6C-3018-CF6B75C508D1}"/>
          </ac:grpSpMkLst>
        </pc:grpChg>
        <pc:grpChg chg="add mod">
          <ac:chgData name="Leslie Francis" userId="ed72fbee5eedf14c" providerId="LiveId" clId="{9B3C0349-A0B6-4BEF-98AC-87D0F1B06E15}" dt="2026-04-19T23:29:01.634" v="789" actId="14100"/>
          <ac:grpSpMkLst>
            <pc:docMk/>
            <pc:sldMk cId="3626600004" sldId="265"/>
            <ac:grpSpMk id="8" creationId="{24A01F6D-7F92-B985-6DD0-4EB6C6197964}"/>
          </ac:grpSpMkLst>
        </pc:grpChg>
        <pc:grpChg chg="add mod">
          <ac:chgData name="Leslie Francis" userId="ed72fbee5eedf14c" providerId="LiveId" clId="{9B3C0349-A0B6-4BEF-98AC-87D0F1B06E15}" dt="2026-04-19T23:28:36.470" v="785" actId="1076"/>
          <ac:grpSpMkLst>
            <pc:docMk/>
            <pc:sldMk cId="3626600004" sldId="265"/>
            <ac:grpSpMk id="9" creationId="{F095C90C-D8CF-D852-6E03-FA20051317B7}"/>
          </ac:grpSpMkLst>
        </pc:grpChg>
        <pc:picChg chg="mod">
          <ac:chgData name="Leslie Francis" userId="ed72fbee5eedf14c" providerId="LiveId" clId="{9B3C0349-A0B6-4BEF-98AC-87D0F1B06E15}" dt="2026-04-19T23:28:02.014" v="780" actId="1076"/>
          <ac:picMkLst>
            <pc:docMk/>
            <pc:sldMk cId="3626600004" sldId="265"/>
            <ac:picMk id="6" creationId="{2D825E5F-A350-4585-87F7-95CA7301EF27}"/>
          </ac:picMkLst>
        </pc:picChg>
        <pc:picChg chg="mod">
          <ac:chgData name="Leslie Francis" userId="ed72fbee5eedf14c" providerId="LiveId" clId="{9B3C0349-A0B6-4BEF-98AC-87D0F1B06E15}" dt="2026-04-19T23:27:12.149" v="773" actId="164"/>
          <ac:picMkLst>
            <pc:docMk/>
            <pc:sldMk cId="3626600004" sldId="265"/>
            <ac:picMk id="13" creationId="{6A67F11B-F4ED-E5A6-0B72-8E80F6071996}"/>
          </ac:picMkLst>
        </pc:picChg>
        <pc:picChg chg="mod">
          <ac:chgData name="Leslie Francis" userId="ed72fbee5eedf14c" providerId="LiveId" clId="{9B3C0349-A0B6-4BEF-98AC-87D0F1B06E15}" dt="2026-04-19T23:27:35.783" v="775" actId="164"/>
          <ac:picMkLst>
            <pc:docMk/>
            <pc:sldMk cId="3626600004" sldId="265"/>
            <ac:picMk id="19" creationId="{F3AC3E81-7EBB-9B9E-3F59-F66777DCC9BE}"/>
          </ac:picMkLst>
        </pc:picChg>
        <pc:picChg chg="mod ord">
          <ac:chgData name="Leslie Francis" userId="ed72fbee5eedf14c" providerId="LiveId" clId="{9B3C0349-A0B6-4BEF-98AC-87D0F1B06E15}" dt="2026-04-19T23:27:41.154" v="776" actId="164"/>
          <ac:picMkLst>
            <pc:docMk/>
            <pc:sldMk cId="3626600004" sldId="265"/>
            <ac:picMk id="23" creationId="{FBB9A0A6-558C-44A1-3BC4-36A48664094A}"/>
          </ac:picMkLst>
        </pc:picChg>
        <pc:picChg chg="mod">
          <ac:chgData name="Leslie Francis" userId="ed72fbee5eedf14c" providerId="LiveId" clId="{9B3C0349-A0B6-4BEF-98AC-87D0F1B06E15}" dt="2026-04-19T23:28:29.154" v="784" actId="1076"/>
          <ac:picMkLst>
            <pc:docMk/>
            <pc:sldMk cId="3626600004" sldId="265"/>
            <ac:picMk id="27" creationId="{ACCEF91D-FEFB-A815-E966-417A58230960}"/>
          </ac:picMkLst>
        </pc:picChg>
        <pc:picChg chg="mod">
          <ac:chgData name="Leslie Francis" userId="ed72fbee5eedf14c" providerId="LiveId" clId="{9B3C0349-A0B6-4BEF-98AC-87D0F1B06E15}" dt="2026-04-19T23:26:46.926" v="770" actId="164"/>
          <ac:picMkLst>
            <pc:docMk/>
            <pc:sldMk cId="3626600004" sldId="265"/>
            <ac:picMk id="29" creationId="{503A31CD-0721-6642-C540-A3AC12102FED}"/>
          </ac:picMkLst>
        </pc:picChg>
      </pc:sldChg>
      <pc:sldChg chg="addSp delSp modSp add mod">
        <pc:chgData name="Leslie Francis" userId="ed72fbee5eedf14c" providerId="LiveId" clId="{9B3C0349-A0B6-4BEF-98AC-87D0F1B06E15}" dt="2026-04-20T12:06:46.556" v="2908" actId="20577"/>
        <pc:sldMkLst>
          <pc:docMk/>
          <pc:sldMk cId="1499689431" sldId="266"/>
        </pc:sldMkLst>
        <pc:spChg chg="del">
          <ac:chgData name="Leslie Francis" userId="ed72fbee5eedf14c" providerId="LiveId" clId="{9B3C0349-A0B6-4BEF-98AC-87D0F1B06E15}" dt="2026-04-20T00:52:16.306" v="933" actId="478"/>
          <ac:spMkLst>
            <pc:docMk/>
            <pc:sldMk cId="1499689431" sldId="266"/>
            <ac:spMk id="3" creationId="{33571066-6C0B-8E2A-5D72-758CD00C938B}"/>
          </ac:spMkLst>
        </pc:spChg>
        <pc:spChg chg="add mod">
          <ac:chgData name="Leslie Francis" userId="ed72fbee5eedf14c" providerId="LiveId" clId="{9B3C0349-A0B6-4BEF-98AC-87D0F1B06E15}" dt="2026-04-20T01:05:37.637" v="1869" actId="1076"/>
          <ac:spMkLst>
            <pc:docMk/>
            <pc:sldMk cId="1499689431" sldId="266"/>
            <ac:spMk id="21" creationId="{95C0A62A-159F-B642-D225-902B335B554F}"/>
          </ac:spMkLst>
        </pc:spChg>
        <pc:spChg chg="add mod">
          <ac:chgData name="Leslie Francis" userId="ed72fbee5eedf14c" providerId="LiveId" clId="{9B3C0349-A0B6-4BEF-98AC-87D0F1B06E15}" dt="2026-04-20T01:05:37.637" v="1869" actId="1076"/>
          <ac:spMkLst>
            <pc:docMk/>
            <pc:sldMk cId="1499689431" sldId="266"/>
            <ac:spMk id="22" creationId="{8181BAF4-B134-C8C2-CDDF-CF25EA28C815}"/>
          </ac:spMkLst>
        </pc:spChg>
        <pc:spChg chg="add mod">
          <ac:chgData name="Leslie Francis" userId="ed72fbee5eedf14c" providerId="LiveId" clId="{9B3C0349-A0B6-4BEF-98AC-87D0F1B06E15}" dt="2026-04-20T01:05:37.637" v="1869" actId="1076"/>
          <ac:spMkLst>
            <pc:docMk/>
            <pc:sldMk cId="1499689431" sldId="266"/>
            <ac:spMk id="25" creationId="{7E6689B8-2BF1-5C49-926D-636552E30699}"/>
          </ac:spMkLst>
        </pc:spChg>
        <pc:spChg chg="add mod">
          <ac:chgData name="Leslie Francis" userId="ed72fbee5eedf14c" providerId="LiveId" clId="{9B3C0349-A0B6-4BEF-98AC-87D0F1B06E15}" dt="2026-04-20T00:58:01.281" v="1344" actId="20577"/>
          <ac:spMkLst>
            <pc:docMk/>
            <pc:sldMk cId="1499689431" sldId="266"/>
            <ac:spMk id="26" creationId="{6699BB3D-5721-7559-8A34-6659A995231A}"/>
          </ac:spMkLst>
        </pc:spChg>
        <pc:spChg chg="add mod">
          <ac:chgData name="Leslie Francis" userId="ed72fbee5eedf14c" providerId="LiveId" clId="{9B3C0349-A0B6-4BEF-98AC-87D0F1B06E15}" dt="2026-04-20T01:05:37.637" v="1869" actId="1076"/>
          <ac:spMkLst>
            <pc:docMk/>
            <pc:sldMk cId="1499689431" sldId="266"/>
            <ac:spMk id="28" creationId="{78277EB5-C5E6-1170-25E6-6862A4FEDE9D}"/>
          </ac:spMkLst>
        </pc:spChg>
        <pc:spChg chg="add mod">
          <ac:chgData name="Leslie Francis" userId="ed72fbee5eedf14c" providerId="LiveId" clId="{9B3C0349-A0B6-4BEF-98AC-87D0F1B06E15}" dt="2026-04-20T12:06:46.556" v="2908" actId="20577"/>
          <ac:spMkLst>
            <pc:docMk/>
            <pc:sldMk cId="1499689431" sldId="266"/>
            <ac:spMk id="30" creationId="{9993C935-4752-26FE-AA62-B9D56C88ED46}"/>
          </ac:spMkLst>
        </pc:spChg>
        <pc:spChg chg="add mod">
          <ac:chgData name="Leslie Francis" userId="ed72fbee5eedf14c" providerId="LiveId" clId="{9B3C0349-A0B6-4BEF-98AC-87D0F1B06E15}" dt="2026-04-20T01:00:30.737" v="1556" actId="1076"/>
          <ac:spMkLst>
            <pc:docMk/>
            <pc:sldMk cId="1499689431" sldId="266"/>
            <ac:spMk id="31" creationId="{6A79393A-6EC5-720A-E910-E37E41152D9B}"/>
          </ac:spMkLst>
        </pc:spChg>
        <pc:spChg chg="add mod">
          <ac:chgData name="Leslie Francis" userId="ed72fbee5eedf14c" providerId="LiveId" clId="{9B3C0349-A0B6-4BEF-98AC-87D0F1B06E15}" dt="2026-04-20T01:05:37.637" v="1869" actId="1076"/>
          <ac:spMkLst>
            <pc:docMk/>
            <pc:sldMk cId="1499689431" sldId="266"/>
            <ac:spMk id="32" creationId="{6D6E02A4-1240-CA4C-0BB0-4D825A3DD1D1}"/>
          </ac:spMkLst>
        </pc:spChg>
        <pc:spChg chg="add mod">
          <ac:chgData name="Leslie Francis" userId="ed72fbee5eedf14c" providerId="LiveId" clId="{9B3C0349-A0B6-4BEF-98AC-87D0F1B06E15}" dt="2026-04-20T01:05:37.637" v="1869" actId="1076"/>
          <ac:spMkLst>
            <pc:docMk/>
            <pc:sldMk cId="1499689431" sldId="266"/>
            <ac:spMk id="33" creationId="{BD59FEA6-E513-785C-0D52-3D0F703A8F84}"/>
          </ac:spMkLst>
        </pc:spChg>
        <pc:spChg chg="add mod">
          <ac:chgData name="Leslie Francis" userId="ed72fbee5eedf14c" providerId="LiveId" clId="{9B3C0349-A0B6-4BEF-98AC-87D0F1B06E15}" dt="2026-04-20T01:05:37.637" v="1869" actId="1076"/>
          <ac:spMkLst>
            <pc:docMk/>
            <pc:sldMk cId="1499689431" sldId="266"/>
            <ac:spMk id="34" creationId="{9D09E66B-7060-A5DF-0542-1D607C30C0E6}"/>
          </ac:spMkLst>
        </pc:spChg>
        <pc:spChg chg="add mod">
          <ac:chgData name="Leslie Francis" userId="ed72fbee5eedf14c" providerId="LiveId" clId="{9B3C0349-A0B6-4BEF-98AC-87D0F1B06E15}" dt="2026-04-20T01:05:37.637" v="1869" actId="1076"/>
          <ac:spMkLst>
            <pc:docMk/>
            <pc:sldMk cId="1499689431" sldId="266"/>
            <ac:spMk id="35" creationId="{507F0B8A-73FD-B707-8A8B-B43F4EBEFA21}"/>
          </ac:spMkLst>
        </pc:spChg>
        <pc:spChg chg="add mod">
          <ac:chgData name="Leslie Francis" userId="ed72fbee5eedf14c" providerId="LiveId" clId="{9B3C0349-A0B6-4BEF-98AC-87D0F1B06E15}" dt="2026-04-20T01:05:37.637" v="1869" actId="1076"/>
          <ac:spMkLst>
            <pc:docMk/>
            <pc:sldMk cId="1499689431" sldId="266"/>
            <ac:spMk id="36" creationId="{EDEFD24E-D1F0-21AF-6B80-7D8051C0734D}"/>
          </ac:spMkLst>
        </pc:spChg>
        <pc:spChg chg="mod">
          <ac:chgData name="Leslie Francis" userId="ed72fbee5eedf14c" providerId="LiveId" clId="{9B3C0349-A0B6-4BEF-98AC-87D0F1B06E15}" dt="2026-04-20T01:57:13.198" v="2780" actId="6549"/>
          <ac:spMkLst>
            <pc:docMk/>
            <pc:sldMk cId="1499689431" sldId="266"/>
            <ac:spMk id="52" creationId="{D24DA085-4839-A48A-1BE0-D5F94BA4B5E5}"/>
          </ac:spMkLst>
        </pc:spChg>
        <pc:grpChg chg="del">
          <ac:chgData name="Leslie Francis" userId="ed72fbee5eedf14c" providerId="LiveId" clId="{9B3C0349-A0B6-4BEF-98AC-87D0F1B06E15}" dt="2026-04-20T00:39:42.337" v="923" actId="478"/>
          <ac:grpSpMkLst>
            <pc:docMk/>
            <pc:sldMk cId="1499689431" sldId="266"/>
            <ac:grpSpMk id="2" creationId="{72AEAC2F-B637-3D5C-D83F-6FC33BE86162}"/>
          </ac:grpSpMkLst>
        </pc:grpChg>
        <pc:grpChg chg="del">
          <ac:chgData name="Leslie Francis" userId="ed72fbee5eedf14c" providerId="LiveId" clId="{9B3C0349-A0B6-4BEF-98AC-87D0F1B06E15}" dt="2026-04-20T00:39:39.244" v="922" actId="478"/>
          <ac:grpSpMkLst>
            <pc:docMk/>
            <pc:sldMk cId="1499689431" sldId="266"/>
            <ac:grpSpMk id="4" creationId="{9D413825-0980-A888-134D-141B8B335672}"/>
          </ac:grpSpMkLst>
        </pc:grpChg>
        <pc:grpChg chg="del">
          <ac:chgData name="Leslie Francis" userId="ed72fbee5eedf14c" providerId="LiveId" clId="{9B3C0349-A0B6-4BEF-98AC-87D0F1B06E15}" dt="2026-04-20T00:39:39.244" v="922" actId="478"/>
          <ac:grpSpMkLst>
            <pc:docMk/>
            <pc:sldMk cId="1499689431" sldId="266"/>
            <ac:grpSpMk id="5" creationId="{4C205119-0A91-ED2D-3733-DE7B9CCE2694}"/>
          </ac:grpSpMkLst>
        </pc:grpChg>
        <pc:grpChg chg="del">
          <ac:chgData name="Leslie Francis" userId="ed72fbee5eedf14c" providerId="LiveId" clId="{9B3C0349-A0B6-4BEF-98AC-87D0F1B06E15}" dt="2026-04-20T00:39:39.244" v="922" actId="478"/>
          <ac:grpSpMkLst>
            <pc:docMk/>
            <pc:sldMk cId="1499689431" sldId="266"/>
            <ac:grpSpMk id="7" creationId="{208CE6AA-0A37-DE0C-FD9B-A32602480E40}"/>
          </ac:grpSpMkLst>
        </pc:grpChg>
        <pc:grpChg chg="del">
          <ac:chgData name="Leslie Francis" userId="ed72fbee5eedf14c" providerId="LiveId" clId="{9B3C0349-A0B6-4BEF-98AC-87D0F1B06E15}" dt="2026-04-20T00:39:39.244" v="922" actId="478"/>
          <ac:grpSpMkLst>
            <pc:docMk/>
            <pc:sldMk cId="1499689431" sldId="266"/>
            <ac:grpSpMk id="8" creationId="{F4B8AA82-2207-97DE-E67D-FE8CE5A86E38}"/>
          </ac:grpSpMkLst>
        </pc:grpChg>
        <pc:grpChg chg="del">
          <ac:chgData name="Leslie Francis" userId="ed72fbee5eedf14c" providerId="LiveId" clId="{9B3C0349-A0B6-4BEF-98AC-87D0F1B06E15}" dt="2026-04-20T00:39:44.577" v="924" actId="478"/>
          <ac:grpSpMkLst>
            <pc:docMk/>
            <pc:sldMk cId="1499689431" sldId="266"/>
            <ac:grpSpMk id="9" creationId="{D8FB2277-83B3-82D4-AE88-AC1E31D50FBF}"/>
          </ac:grpSpMkLst>
        </pc:grpChg>
        <pc:picChg chg="add del mod ord">
          <ac:chgData name="Leslie Francis" userId="ed72fbee5eedf14c" providerId="LiveId" clId="{9B3C0349-A0B6-4BEF-98AC-87D0F1B06E15}" dt="2026-04-20T00:51:58.298" v="929" actId="478"/>
          <ac:picMkLst>
            <pc:docMk/>
            <pc:sldMk cId="1499689431" sldId="266"/>
            <ac:picMk id="12" creationId="{35425015-9EC6-8B41-210B-EB00F02895DD}"/>
          </ac:picMkLst>
        </pc:picChg>
        <pc:picChg chg="add del mod">
          <ac:chgData name="Leslie Francis" userId="ed72fbee5eedf14c" providerId="LiveId" clId="{9B3C0349-A0B6-4BEF-98AC-87D0F1B06E15}" dt="2026-04-20T00:52:55.891" v="940" actId="478"/>
          <ac:picMkLst>
            <pc:docMk/>
            <pc:sldMk cId="1499689431" sldId="266"/>
            <ac:picMk id="15" creationId="{64F71A63-6C3C-24E1-6673-98BCE601CBA7}"/>
          </ac:picMkLst>
        </pc:picChg>
        <pc:picChg chg="add mod">
          <ac:chgData name="Leslie Francis" userId="ed72fbee5eedf14c" providerId="LiveId" clId="{9B3C0349-A0B6-4BEF-98AC-87D0F1B06E15}" dt="2026-04-20T01:02:56.131" v="1668" actId="1076"/>
          <ac:picMkLst>
            <pc:docMk/>
            <pc:sldMk cId="1499689431" sldId="266"/>
            <ac:picMk id="18" creationId="{67BCFE97-1906-1032-D9DD-8C2BB1278AB9}"/>
          </ac:picMkLst>
        </pc:picChg>
      </pc:sldChg>
      <pc:sldChg chg="addSp delSp modSp new del mod">
        <pc:chgData name="Leslie Francis" userId="ed72fbee5eedf14c" providerId="LiveId" clId="{9B3C0349-A0B6-4BEF-98AC-87D0F1B06E15}" dt="2026-04-20T01:56:34.587" v="2767" actId="47"/>
        <pc:sldMkLst>
          <pc:docMk/>
          <pc:sldMk cId="2750106765" sldId="267"/>
        </pc:sldMkLst>
        <pc:spChg chg="add mod">
          <ac:chgData name="Leslie Francis" userId="ed72fbee5eedf14c" providerId="LiveId" clId="{9B3C0349-A0B6-4BEF-98AC-87D0F1B06E15}" dt="2026-04-20T01:13:56.204" v="1954" actId="20577"/>
          <ac:spMkLst>
            <pc:docMk/>
            <pc:sldMk cId="2750106765" sldId="267"/>
            <ac:spMk id="2" creationId="{BE870E3E-BE48-8A15-30D0-D4A3F85A831F}"/>
          </ac:spMkLst>
        </pc:spChg>
        <pc:spChg chg="add mod">
          <ac:chgData name="Leslie Francis" userId="ed72fbee5eedf14c" providerId="LiveId" clId="{9B3C0349-A0B6-4BEF-98AC-87D0F1B06E15}" dt="2026-04-20T01:39:36.890" v="2337" actId="2711"/>
          <ac:spMkLst>
            <pc:docMk/>
            <pc:sldMk cId="2750106765" sldId="267"/>
            <ac:spMk id="11" creationId="{E50FA1C2-4164-D937-AB0F-2971BC471597}"/>
          </ac:spMkLst>
        </pc:spChg>
        <pc:spChg chg="add mod">
          <ac:chgData name="Leslie Francis" userId="ed72fbee5eedf14c" providerId="LiveId" clId="{9B3C0349-A0B6-4BEF-98AC-87D0F1B06E15}" dt="2026-04-20T01:39:43.224" v="2338" actId="2711"/>
          <ac:spMkLst>
            <pc:docMk/>
            <pc:sldMk cId="2750106765" sldId="267"/>
            <ac:spMk id="14" creationId="{3B44BA36-F9D4-764B-61A4-8696D7FF46C0}"/>
          </ac:spMkLst>
        </pc:spChg>
        <pc:spChg chg="add mod">
          <ac:chgData name="Leslie Francis" userId="ed72fbee5eedf14c" providerId="LiveId" clId="{9B3C0349-A0B6-4BEF-98AC-87D0F1B06E15}" dt="2026-04-20T01:39:31.907" v="2336" actId="2711"/>
          <ac:spMkLst>
            <pc:docMk/>
            <pc:sldMk cId="2750106765" sldId="267"/>
            <ac:spMk id="23" creationId="{23EAFD77-4362-1850-47B7-A68BF7A29D2E}"/>
          </ac:spMkLst>
        </pc:spChg>
        <pc:spChg chg="add del mod">
          <ac:chgData name="Leslie Francis" userId="ed72fbee5eedf14c" providerId="LiveId" clId="{9B3C0349-A0B6-4BEF-98AC-87D0F1B06E15}" dt="2026-04-20T01:42:04.387" v="2465" actId="478"/>
          <ac:spMkLst>
            <pc:docMk/>
            <pc:sldMk cId="2750106765" sldId="267"/>
            <ac:spMk id="24" creationId="{3CE14C0F-368B-EC08-2780-BFC1B4C4EC57}"/>
          </ac:spMkLst>
        </pc:spChg>
        <pc:spChg chg="add mod">
          <ac:chgData name="Leslie Francis" userId="ed72fbee5eedf14c" providerId="LiveId" clId="{9B3C0349-A0B6-4BEF-98AC-87D0F1B06E15}" dt="2026-04-20T01:44:23.826" v="2707" actId="255"/>
          <ac:spMkLst>
            <pc:docMk/>
            <pc:sldMk cId="2750106765" sldId="267"/>
            <ac:spMk id="25" creationId="{F8277F2A-CBA1-B6D1-27BC-61189C3664AA}"/>
          </ac:spMkLst>
        </pc:spChg>
        <pc:spChg chg="add del mod">
          <ac:chgData name="Leslie Francis" userId="ed72fbee5eedf14c" providerId="LiveId" clId="{9B3C0349-A0B6-4BEF-98AC-87D0F1B06E15}" dt="2026-04-20T01:40:55.620" v="2360"/>
          <ac:spMkLst>
            <pc:docMk/>
            <pc:sldMk cId="2750106765" sldId="267"/>
            <ac:spMk id="26" creationId="{C8BE875E-1E0C-9A2D-39C9-BE4CC028EC62}"/>
          </ac:spMkLst>
        </pc:spChg>
        <pc:spChg chg="add mod">
          <ac:chgData name="Leslie Francis" userId="ed72fbee5eedf14c" providerId="LiveId" clId="{9B3C0349-A0B6-4BEF-98AC-87D0F1B06E15}" dt="2026-04-20T01:41:42.587" v="2425" actId="20577"/>
          <ac:spMkLst>
            <pc:docMk/>
            <pc:sldMk cId="2750106765" sldId="267"/>
            <ac:spMk id="27" creationId="{E169BDBB-9216-36DC-FCD4-6295DFD81BA6}"/>
          </ac:spMkLst>
        </pc:spChg>
        <pc:picChg chg="add del mod">
          <ac:chgData name="Leslie Francis" userId="ed72fbee5eedf14c" providerId="LiveId" clId="{9B3C0349-A0B6-4BEF-98AC-87D0F1B06E15}" dt="2026-04-20T01:16:50.372" v="1961" actId="478"/>
          <ac:picMkLst>
            <pc:docMk/>
            <pc:sldMk cId="2750106765" sldId="267"/>
            <ac:picMk id="4" creationId="{20EB4C5D-A40B-22CE-A610-1F36473B1A63}"/>
          </ac:picMkLst>
        </pc:picChg>
        <pc:picChg chg="add del mod">
          <ac:chgData name="Leslie Francis" userId="ed72fbee5eedf14c" providerId="LiveId" clId="{9B3C0349-A0B6-4BEF-98AC-87D0F1B06E15}" dt="2026-04-20T01:19:23.155" v="1967" actId="478"/>
          <ac:picMkLst>
            <pc:docMk/>
            <pc:sldMk cId="2750106765" sldId="267"/>
            <ac:picMk id="6" creationId="{DC505092-5572-AC55-1FD3-CB1001C7ACD5}"/>
          </ac:picMkLst>
        </pc:picChg>
        <pc:picChg chg="add mod">
          <ac:chgData name="Leslie Francis" userId="ed72fbee5eedf14c" providerId="LiveId" clId="{9B3C0349-A0B6-4BEF-98AC-87D0F1B06E15}" dt="2026-04-20T01:37:06.709" v="2060" actId="14100"/>
          <ac:picMkLst>
            <pc:docMk/>
            <pc:sldMk cId="2750106765" sldId="267"/>
            <ac:picMk id="8" creationId="{BF3B65C2-167E-9717-CA7C-F88A556D423C}"/>
          </ac:picMkLst>
        </pc:picChg>
        <pc:picChg chg="add del">
          <ac:chgData name="Leslie Francis" userId="ed72fbee5eedf14c" providerId="LiveId" clId="{9B3C0349-A0B6-4BEF-98AC-87D0F1B06E15}" dt="2026-04-20T01:21:29.320" v="1975" actId="478"/>
          <ac:picMkLst>
            <pc:docMk/>
            <pc:sldMk cId="2750106765" sldId="267"/>
            <ac:picMk id="10" creationId="{79A8A92B-4C42-3695-E867-9B5A872687A2}"/>
          </ac:picMkLst>
        </pc:picChg>
        <pc:picChg chg="add mod">
          <ac:chgData name="Leslie Francis" userId="ed72fbee5eedf14c" providerId="LiveId" clId="{9B3C0349-A0B6-4BEF-98AC-87D0F1B06E15}" dt="2026-04-20T01:37:03.419" v="2059" actId="14100"/>
          <ac:picMkLst>
            <pc:docMk/>
            <pc:sldMk cId="2750106765" sldId="267"/>
            <ac:picMk id="13" creationId="{F110AF7D-5514-3284-E650-CBDAC8378818}"/>
          </ac:picMkLst>
        </pc:picChg>
        <pc:picChg chg="add del mod">
          <ac:chgData name="Leslie Francis" userId="ed72fbee5eedf14c" providerId="LiveId" clId="{9B3C0349-A0B6-4BEF-98AC-87D0F1B06E15}" dt="2026-04-20T01:34:28.773" v="2036" actId="478"/>
          <ac:picMkLst>
            <pc:docMk/>
            <pc:sldMk cId="2750106765" sldId="267"/>
            <ac:picMk id="16" creationId="{CA6DFC08-0990-FB49-409F-29C2B4E6A813}"/>
          </ac:picMkLst>
        </pc:picChg>
        <pc:picChg chg="add mod">
          <ac:chgData name="Leslie Francis" userId="ed72fbee5eedf14c" providerId="LiveId" clId="{9B3C0349-A0B6-4BEF-98AC-87D0F1B06E15}" dt="2026-04-20T01:37:16.415" v="2062" actId="14100"/>
          <ac:picMkLst>
            <pc:docMk/>
            <pc:sldMk cId="2750106765" sldId="267"/>
            <ac:picMk id="18" creationId="{A0783FB9-E54A-6D34-9004-311EE3F310EF}"/>
          </ac:picMkLst>
        </pc:picChg>
        <pc:picChg chg="add mod">
          <ac:chgData name="Leslie Francis" userId="ed72fbee5eedf14c" providerId="LiveId" clId="{9B3C0349-A0B6-4BEF-98AC-87D0F1B06E15}" dt="2026-04-20T01:37:12.039" v="2061" actId="14100"/>
          <ac:picMkLst>
            <pc:docMk/>
            <pc:sldMk cId="2750106765" sldId="267"/>
            <ac:picMk id="20" creationId="{EF84D5D6-538C-2987-F57B-EF545ED87437}"/>
          </ac:picMkLst>
        </pc:picChg>
        <pc:picChg chg="add mod">
          <ac:chgData name="Leslie Francis" userId="ed72fbee5eedf14c" providerId="LiveId" clId="{9B3C0349-A0B6-4BEF-98AC-87D0F1B06E15}" dt="2026-04-20T01:42:31.430" v="2493" actId="1037"/>
          <ac:picMkLst>
            <pc:docMk/>
            <pc:sldMk cId="2750106765" sldId="267"/>
            <ac:picMk id="22" creationId="{9B1FDCB3-D9A0-C724-7159-488FC67631FF}"/>
          </ac:picMkLst>
        </pc:picChg>
      </pc:sldChg>
      <pc:sldChg chg="addSp delSp modSp add mod ord">
        <pc:chgData name="Leslie Francis" userId="ed72fbee5eedf14c" providerId="LiveId" clId="{9B3C0349-A0B6-4BEF-98AC-87D0F1B06E15}" dt="2026-04-20T01:48:03.687" v="2720" actId="122"/>
        <pc:sldMkLst>
          <pc:docMk/>
          <pc:sldMk cId="1476434702" sldId="268"/>
        </pc:sldMkLst>
        <pc:spChg chg="mod">
          <ac:chgData name="Leslie Francis" userId="ed72fbee5eedf14c" providerId="LiveId" clId="{9B3C0349-A0B6-4BEF-98AC-87D0F1B06E15}" dt="2026-04-20T01:48:03.687" v="2720" actId="122"/>
          <ac:spMkLst>
            <pc:docMk/>
            <pc:sldMk cId="1476434702" sldId="268"/>
            <ac:spMk id="3" creationId="{28B08578-79CA-7577-D1AB-34153C446866}"/>
          </ac:spMkLst>
        </pc:spChg>
        <pc:picChg chg="del">
          <ac:chgData name="Leslie Francis" userId="ed72fbee5eedf14c" providerId="LiveId" clId="{9B3C0349-A0B6-4BEF-98AC-87D0F1B06E15}" dt="2026-04-20T01:47:32.421" v="2713" actId="478"/>
          <ac:picMkLst>
            <pc:docMk/>
            <pc:sldMk cId="1476434702" sldId="268"/>
            <ac:picMk id="2" creationId="{4AB3E4B0-A3BA-1141-4DCE-B57DBE159603}"/>
          </ac:picMkLst>
        </pc:picChg>
        <pc:picChg chg="add mod">
          <ac:chgData name="Leslie Francis" userId="ed72fbee5eedf14c" providerId="LiveId" clId="{9B3C0349-A0B6-4BEF-98AC-87D0F1B06E15}" dt="2026-04-20T01:47:44.237" v="2715" actId="1076"/>
          <ac:picMkLst>
            <pc:docMk/>
            <pc:sldMk cId="1476434702" sldId="268"/>
            <ac:picMk id="6" creationId="{057D5635-3CF8-CC20-6005-437707519FF1}"/>
          </ac:picMkLst>
        </pc:picChg>
      </pc:sldChg>
      <pc:sldChg chg="modSp add mod">
        <pc:chgData name="Leslie Francis" userId="ed72fbee5eedf14c" providerId="LiveId" clId="{9B3C0349-A0B6-4BEF-98AC-87D0F1B06E15}" dt="2026-04-20T11:58:56.719" v="2825" actId="1076"/>
        <pc:sldMkLst>
          <pc:docMk/>
          <pc:sldMk cId="4221854366" sldId="269"/>
        </pc:sldMkLst>
        <pc:spChg chg="mod">
          <ac:chgData name="Leslie Francis" userId="ed72fbee5eedf14c" providerId="LiveId" clId="{9B3C0349-A0B6-4BEF-98AC-87D0F1B06E15}" dt="2026-04-20T01:56:26.143" v="2766" actId="113"/>
          <ac:spMkLst>
            <pc:docMk/>
            <pc:sldMk cId="4221854366" sldId="269"/>
            <ac:spMk id="2" creationId="{BE4AC091-6675-E83F-F6AB-7EA8D0F3244A}"/>
          </ac:spMkLst>
        </pc:spChg>
        <pc:picChg chg="mod">
          <ac:chgData name="Leslie Francis" userId="ed72fbee5eedf14c" providerId="LiveId" clId="{9B3C0349-A0B6-4BEF-98AC-87D0F1B06E15}" dt="2026-04-20T11:58:54.687" v="2824" actId="1076"/>
          <ac:picMkLst>
            <pc:docMk/>
            <pc:sldMk cId="4221854366" sldId="269"/>
            <ac:picMk id="13" creationId="{6CC3BD55-47F6-AD69-6796-A7EAEC7DC27A}"/>
          </ac:picMkLst>
        </pc:picChg>
        <pc:picChg chg="mod">
          <ac:chgData name="Leslie Francis" userId="ed72fbee5eedf14c" providerId="LiveId" clId="{9B3C0349-A0B6-4BEF-98AC-87D0F1B06E15}" dt="2026-04-20T11:58:56.719" v="2825" actId="1076"/>
          <ac:picMkLst>
            <pc:docMk/>
            <pc:sldMk cId="4221854366" sldId="269"/>
            <ac:picMk id="18" creationId="{EA44343D-B08E-729A-DF52-591EB6AEDB3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0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280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DC4A-79C2-AF75-24C3-86BB73C65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5DAAEA-DFEF-F64D-1C94-80B530A90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2A5EC-0347-C606-A58B-1C248D130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E83B1-50BE-70F1-B761-CC575FCEF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80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EFCF6-A607-8503-B9B3-783D8CA4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CD052-7287-662B-4942-CEE034E8E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287A1-18BE-A99C-2BE1-6DB828A33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3C5BB-A5BE-82CE-58ED-80503AC27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80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349D8-7C9F-0076-5826-95329455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CCB5B-0242-2770-6368-AD8319365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C7D58-BD1A-C5F9-3963-DAFD67654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352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7D05C-8C89-19AD-DFD8-BE0DF604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F199909-4F3E-3FD5-BE7B-3BB3E7095E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14630400" cy="8230195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C6E7452-BDD8-6B40-7973-BBE8A491D355}"/>
              </a:ext>
            </a:extLst>
          </p:cNvPr>
          <p:cNvSpPr txBox="1"/>
          <p:nvPr/>
        </p:nvSpPr>
        <p:spPr>
          <a:xfrm>
            <a:off x="375133" y="430732"/>
            <a:ext cx="7244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Leslie Francis </a:t>
            </a:r>
            <a:r>
              <a:rPr lang="en-US" sz="4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|My Journey 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01C53175-5BCF-38A4-93C4-4C917BD7EAF6}"/>
              </a:ext>
            </a:extLst>
          </p:cNvPr>
          <p:cNvSpPr/>
          <p:nvPr/>
        </p:nvSpPr>
        <p:spPr>
          <a:xfrm>
            <a:off x="11223920" y="2370140"/>
            <a:ext cx="2982879" cy="763200"/>
          </a:xfrm>
          <a:prstGeom prst="homePlate">
            <a:avLst/>
          </a:prstGeom>
          <a:gradFill flip="none" rotWithShape="1">
            <a:gsLst>
              <a:gs pos="0">
                <a:schemeClr val="accent5">
                  <a:lumMod val="50000"/>
                  <a:shade val="30000"/>
                  <a:satMod val="115000"/>
                </a:schemeClr>
              </a:gs>
              <a:gs pos="50000">
                <a:schemeClr val="accent5">
                  <a:lumMod val="50000"/>
                  <a:shade val="67500"/>
                  <a:satMod val="115000"/>
                </a:schemeClr>
              </a:gs>
              <a:gs pos="100000">
                <a:schemeClr val="accent5">
                  <a:lumMod val="5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2022-Present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35A8A1-D276-6F33-CEDE-00E80286CC2B}"/>
              </a:ext>
            </a:extLst>
          </p:cNvPr>
          <p:cNvSpPr txBox="1"/>
          <p:nvPr/>
        </p:nvSpPr>
        <p:spPr>
          <a:xfrm>
            <a:off x="11223920" y="1656036"/>
            <a:ext cx="2747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Sr Data and Business Intelligence Engineer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287AC-09D0-6515-7D30-4289A50CB901}"/>
              </a:ext>
            </a:extLst>
          </p:cNvPr>
          <p:cNvSpPr txBox="1"/>
          <p:nvPr/>
        </p:nvSpPr>
        <p:spPr>
          <a:xfrm>
            <a:off x="11223919" y="3190482"/>
            <a:ext cx="274749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Amazon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Built Agentic, RAG apps and analytics dashboards that cut response times and drove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Launched exec-facing Page0 dashboard to drive data-backed funding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Delivered Data Pipelines in Petabyte Scale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D79CBFCA-1A63-25C0-E58B-1FBC539B16A9}"/>
              </a:ext>
            </a:extLst>
          </p:cNvPr>
          <p:cNvSpPr/>
          <p:nvPr/>
        </p:nvSpPr>
        <p:spPr>
          <a:xfrm>
            <a:off x="7648710" y="2385497"/>
            <a:ext cx="2982879" cy="763200"/>
          </a:xfrm>
          <a:prstGeom prst="homePlate">
            <a:avLst/>
          </a:prstGeom>
          <a:gradFill flip="none" rotWithShape="1">
            <a:gsLst>
              <a:gs pos="0">
                <a:schemeClr val="accent5">
                  <a:lumMod val="50000"/>
                  <a:shade val="30000"/>
                  <a:satMod val="115000"/>
                </a:schemeClr>
              </a:gs>
              <a:gs pos="50000">
                <a:schemeClr val="accent5">
                  <a:lumMod val="50000"/>
                  <a:shade val="67500"/>
                  <a:satMod val="115000"/>
                </a:schemeClr>
              </a:gs>
              <a:gs pos="100000">
                <a:schemeClr val="accent5">
                  <a:lumMod val="5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2013-2022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BF43D-76ED-7545-3719-B8ECEC8766EC}"/>
              </a:ext>
            </a:extLst>
          </p:cNvPr>
          <p:cNvSpPr txBox="1"/>
          <p:nvPr/>
        </p:nvSpPr>
        <p:spPr>
          <a:xfrm>
            <a:off x="7614614" y="3190519"/>
            <a:ext cx="27474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SAS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Supported Sales Team with POCs and Demos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Led cross-functional teams delivering ML solutions with $10M+ savings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Patented Data Ingestion Solution – Accelerated Development Across Hundreds of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Managed team of 10+ data engineers and scientists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649AF4-6FE9-257D-7293-E937761E8098}"/>
              </a:ext>
            </a:extLst>
          </p:cNvPr>
          <p:cNvSpPr txBox="1"/>
          <p:nvPr/>
        </p:nvSpPr>
        <p:spPr>
          <a:xfrm>
            <a:off x="7628307" y="1656036"/>
            <a:ext cx="2747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Principal Consultant, Manager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5C5C9781-218C-4353-9C62-F034E8D09475}"/>
              </a:ext>
            </a:extLst>
          </p:cNvPr>
          <p:cNvSpPr/>
          <p:nvPr/>
        </p:nvSpPr>
        <p:spPr>
          <a:xfrm>
            <a:off x="3998812" y="2399897"/>
            <a:ext cx="2982880" cy="763200"/>
          </a:xfrm>
          <a:prstGeom prst="homePlate">
            <a:avLst/>
          </a:prstGeom>
          <a:gradFill flip="none" rotWithShape="1">
            <a:gsLst>
              <a:gs pos="0">
                <a:schemeClr val="accent5">
                  <a:lumMod val="50000"/>
                  <a:shade val="30000"/>
                  <a:satMod val="115000"/>
                </a:schemeClr>
              </a:gs>
              <a:gs pos="50000">
                <a:schemeClr val="accent5">
                  <a:lumMod val="50000"/>
                  <a:shade val="67500"/>
                  <a:satMod val="115000"/>
                </a:schemeClr>
              </a:gs>
              <a:gs pos="100000">
                <a:schemeClr val="accent5">
                  <a:lumMod val="5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2008-2013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E31EFC-8C5E-718A-2CEE-A494E4D7F0A3}"/>
              </a:ext>
            </a:extLst>
          </p:cNvPr>
          <p:cNvSpPr txBox="1"/>
          <p:nvPr/>
        </p:nvSpPr>
        <p:spPr>
          <a:xfrm>
            <a:off x="3933684" y="1902326"/>
            <a:ext cx="274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Solutions Architect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8C925C-7718-6560-C291-66CD9AB3CA66}"/>
              </a:ext>
            </a:extLst>
          </p:cNvPr>
          <p:cNvSpPr txBox="1"/>
          <p:nvPr/>
        </p:nvSpPr>
        <p:spPr>
          <a:xfrm>
            <a:off x="3997260" y="3190519"/>
            <a:ext cx="2747497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Barclays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Led Credit Risk Management Solution Implementation for Absa Bank, South Africa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Led Cross-Border Project Teams; Ensuring Timely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Designed and Implemented Data Pipelines for ML Solutions.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9606F7BB-6628-A4A6-49EE-70679E2C4B8C}"/>
              </a:ext>
            </a:extLst>
          </p:cNvPr>
          <p:cNvSpPr/>
          <p:nvPr/>
        </p:nvSpPr>
        <p:spPr>
          <a:xfrm>
            <a:off x="375133" y="2385497"/>
            <a:ext cx="2982880" cy="763200"/>
          </a:xfrm>
          <a:prstGeom prst="homePlate">
            <a:avLst/>
          </a:prstGeom>
          <a:gradFill flip="none" rotWithShape="1">
            <a:gsLst>
              <a:gs pos="0">
                <a:schemeClr val="accent5">
                  <a:lumMod val="50000"/>
                  <a:shade val="30000"/>
                  <a:satMod val="115000"/>
                </a:schemeClr>
              </a:gs>
              <a:gs pos="50000">
                <a:schemeClr val="accent5">
                  <a:lumMod val="50000"/>
                  <a:shade val="67500"/>
                  <a:satMod val="115000"/>
                </a:schemeClr>
              </a:gs>
              <a:gs pos="100000">
                <a:schemeClr val="accent5">
                  <a:lumMod val="5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2004-2008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A66E16-21B4-AFFF-68BB-CB6902E17DC4}"/>
              </a:ext>
            </a:extLst>
          </p:cNvPr>
          <p:cNvSpPr txBox="1"/>
          <p:nvPr/>
        </p:nvSpPr>
        <p:spPr>
          <a:xfrm>
            <a:off x="379906" y="3190519"/>
            <a:ext cx="2747497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SAS, Accenture</a:t>
            </a:r>
            <a:endParaRPr lang="en-US" dirty="0">
              <a:solidFill>
                <a:schemeClr val="bg1"/>
              </a:solidFill>
            </a:endParaRPr>
          </a:p>
          <a:p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Built a fraud detection POC that became a revenue-generating product, driving multi-million-dollar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Delivered SAS Analytics Solutions, Uncovering Consumer Spend in Credit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F539DA-CF36-2631-1A4E-FA5E0805CFB3}"/>
              </a:ext>
            </a:extLst>
          </p:cNvPr>
          <p:cNvSpPr txBox="1"/>
          <p:nvPr/>
        </p:nvSpPr>
        <p:spPr>
          <a:xfrm>
            <a:off x="375133" y="1902326"/>
            <a:ext cx="274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Developer</a:t>
            </a:r>
          </a:p>
        </p:txBody>
      </p:sp>
    </p:spTree>
    <p:extLst>
      <p:ext uri="{BB962C8B-B14F-4D97-AF65-F5344CB8AC3E}">
        <p14:creationId xmlns:p14="http://schemas.microsoft.com/office/powerpoint/2010/main" val="2537491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45239" y="1180147"/>
            <a:ext cx="7556421" cy="387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700"/>
              </a:lnSpc>
            </a:pPr>
            <a:r>
              <a:rPr lang="en-US" sz="5400" b="1" dirty="0"/>
              <a:t>Reimagining Credit Analysis: Automating Investment-Grade Memos with AI and Moody’s Data</a:t>
            </a:r>
            <a:endParaRPr lang="en-US" sz="5400" b="1" dirty="0">
              <a:ea typeface="Inter Bol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45238" y="5203789"/>
            <a:ext cx="7556421" cy="166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Transforming financial analysis with AI</a:t>
            </a:r>
            <a:endParaRPr lang="en-US" sz="1750" kern="0" spc="-36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Leslie Francis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kern="0" spc="-36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1912679-763A-8010-8A71-1976A48D4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87FCEEE-7D83-E856-6F9C-9215183C4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7135" y="4114800"/>
            <a:ext cx="1209182" cy="12091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E39C8F-751C-E331-9187-ED62C94CC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412" y="4286936"/>
            <a:ext cx="1204915" cy="12049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6827E7-45AF-567B-22AC-E4BDB24F8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487" y="4286936"/>
            <a:ext cx="1209182" cy="12091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E28120-B67E-79AA-8EEC-94F6000B1B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7134" y="1713807"/>
            <a:ext cx="1209183" cy="12091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ADA8B1-38CB-1EBF-C41A-6CAEB83A10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412" y="1740564"/>
            <a:ext cx="1212655" cy="1212655"/>
          </a:xfrm>
          <a:prstGeom prst="rect">
            <a:avLst/>
          </a:prstGeom>
        </p:spPr>
      </p:pic>
      <p:sp>
        <p:nvSpPr>
          <p:cNvPr id="52" name="Text 0">
            <a:extLst>
              <a:ext uri="{FF2B5EF4-FFF2-40B4-BE49-F238E27FC236}">
                <a16:creationId xmlns:a16="http://schemas.microsoft.com/office/drawing/2014/main" id="{443BA6A7-7A27-A9BB-8D68-4170D4FBF04E}"/>
              </a:ext>
            </a:extLst>
          </p:cNvPr>
          <p:cNvSpPr/>
          <p:nvPr/>
        </p:nvSpPr>
        <p:spPr>
          <a:xfrm>
            <a:off x="183487" y="555286"/>
            <a:ext cx="133963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200" b="1" dirty="0"/>
              <a:t>Current State: Manual Credit Analysis Workflow is Fragmented and Inefficient</a:t>
            </a:r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4760BBD6-3AD8-79BF-C185-6F6589039604}"/>
              </a:ext>
            </a:extLst>
          </p:cNvPr>
          <p:cNvSpPr/>
          <p:nvPr/>
        </p:nvSpPr>
        <p:spPr>
          <a:xfrm>
            <a:off x="5890327" y="1919367"/>
            <a:ext cx="3550597" cy="151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Data Collection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Financial Statements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Credit ratings &amp; Market 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Industry &amp; macroeconomic reports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News, filings, earnings call transcripts 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endParaRPr lang="en-US" sz="1600" dirty="0"/>
          </a:p>
          <a:p>
            <a:endParaRPr lang="en-US" sz="1600" dirty="0">
              <a:latin typeface="+mj-lt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</a:endParaRPr>
          </a:p>
          <a:p>
            <a:pPr algn="l"/>
            <a:endParaRPr lang="en-US" sz="1600" dirty="0">
              <a:latin typeface="+mj-lt"/>
            </a:endParaRPr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2B545417-9012-91D6-887A-6CCA11606690}"/>
              </a:ext>
            </a:extLst>
          </p:cNvPr>
          <p:cNvSpPr/>
          <p:nvPr/>
        </p:nvSpPr>
        <p:spPr>
          <a:xfrm>
            <a:off x="10846145" y="1929331"/>
            <a:ext cx="2941128" cy="133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</a:rPr>
              <a:t>Financial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Ratio calculations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Trend analysis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Peer benchmarking / comps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Cash flow &amp; debt structure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kern="0" spc="-36" dirty="0">
              <a:solidFill>
                <a:srgbClr val="272525"/>
              </a:solidFill>
              <a:ea typeface="Inter" pitchFamily="34" charset="-122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1600" kern="0" spc="-36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1600" kern="0" spc="-36" dirty="0">
              <a:solidFill>
                <a:srgbClr val="272525"/>
              </a:solidFill>
              <a:ea typeface="Inter" pitchFamily="34" charset="-122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ts val="2750"/>
              </a:lnSpc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</a:endParaRPr>
          </a:p>
          <a:p>
            <a:pPr>
              <a:lnSpc>
                <a:spcPts val="2750"/>
              </a:lnSpc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688667DE-A92A-1AD5-BB8A-4E9BA913088A}"/>
              </a:ext>
            </a:extLst>
          </p:cNvPr>
          <p:cNvSpPr/>
          <p:nvPr/>
        </p:nvSpPr>
        <p:spPr>
          <a:xfrm>
            <a:off x="1208086" y="1880649"/>
            <a:ext cx="3231116" cy="1387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Entity Identification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Identify Issuer/Legal Entity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Map subsidiaries, guarantors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Retrieve identifiers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Establish coverage universe 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endParaRPr lang="en-US" sz="1600" dirty="0"/>
          </a:p>
          <a:p>
            <a:endParaRPr lang="en-US" sz="1600" dirty="0">
              <a:latin typeface="+mj-lt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</a:endParaRPr>
          </a:p>
          <a:p>
            <a:pPr algn="l"/>
            <a:endParaRPr lang="en-US" sz="1600" dirty="0">
              <a:latin typeface="+mj-l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005B1220-FB43-BAA6-38B6-D7A478409714}"/>
              </a:ext>
            </a:extLst>
          </p:cNvPr>
          <p:cNvSpPr/>
          <p:nvPr/>
        </p:nvSpPr>
        <p:spPr>
          <a:xfrm>
            <a:off x="1375010" y="4320515"/>
            <a:ext cx="3550597" cy="1424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Qualitative Assessment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Business model evaluation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Management quality &amp; governance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Competitive positioning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Industry outlook &amp; regulatory risks 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endParaRPr lang="en-US" sz="1600" dirty="0"/>
          </a:p>
          <a:p>
            <a:endParaRPr lang="en-US" sz="1600" dirty="0">
              <a:latin typeface="+mj-lt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</a:endParaRPr>
          </a:p>
          <a:p>
            <a:pPr algn="l"/>
            <a:endParaRPr lang="en-US" sz="1600" dirty="0">
              <a:latin typeface="+mj-lt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EB948B20-8E66-3B74-A985-EB26E3C196BE}"/>
              </a:ext>
            </a:extLst>
          </p:cNvPr>
          <p:cNvSpPr/>
          <p:nvPr/>
        </p:nvSpPr>
        <p:spPr>
          <a:xfrm>
            <a:off x="5950764" y="4385386"/>
            <a:ext cx="3550597" cy="1924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Credit Risk Modeling &amp;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Default probability estimation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Stress testing &amp; scenario modeling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Rating rationale alignment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Identification of key risk drivers 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endParaRPr lang="en-US" sz="1600" dirty="0"/>
          </a:p>
          <a:p>
            <a:endParaRPr lang="en-US" sz="1600" dirty="0">
              <a:latin typeface="+mj-lt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</a:endParaRPr>
          </a:p>
          <a:p>
            <a:pPr algn="l"/>
            <a:endParaRPr lang="en-US" sz="1600" dirty="0">
              <a:latin typeface="+mj-lt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9E4563E4-D60C-6148-0A05-4E9ECC65327F}"/>
              </a:ext>
            </a:extLst>
          </p:cNvPr>
          <p:cNvSpPr/>
          <p:nvPr/>
        </p:nvSpPr>
        <p:spPr>
          <a:xfrm>
            <a:off x="10896316" y="4150749"/>
            <a:ext cx="3550597" cy="1435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Credit Memo Creation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Drafting investment-grade credit memo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Creating charts, tables, narratives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Consolidating insights from all sources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Iterative review &amp; stakeholder feedback 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b="1" kern="0" spc="-67" dirty="0">
              <a:solidFill>
                <a:srgbClr val="000000"/>
              </a:solidFill>
              <a:ea typeface="Inter Bold" pitchFamily="34" charset="-122"/>
              <a:cs typeface="Inter Bold" pitchFamily="34" charset="-120"/>
            </a:endParaRPr>
          </a:p>
          <a:p>
            <a:endParaRPr lang="en-US" sz="1600" dirty="0"/>
          </a:p>
          <a:p>
            <a:endParaRPr lang="en-US" sz="1600" dirty="0">
              <a:latin typeface="+mj-lt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</a:endParaRPr>
          </a:p>
          <a:p>
            <a:pPr algn="l"/>
            <a:endParaRPr lang="en-US" sz="1600" dirty="0">
              <a:latin typeface="+mj-lt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B2C9C84-AFB2-F183-9346-79DEE90665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66" y="1856703"/>
            <a:ext cx="1209183" cy="120918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A76D6BA-FA2B-E677-2157-BDAD8CA8C1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2633" y="5983948"/>
            <a:ext cx="8347475" cy="22638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0BFA9-F29A-E654-8CBC-B3B4E0C17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>
            <a:extLst>
              <a:ext uri="{FF2B5EF4-FFF2-40B4-BE49-F238E27FC236}">
                <a16:creationId xmlns:a16="http://schemas.microsoft.com/office/drawing/2014/main" id="{D24DA085-4839-A48A-1BE0-D5F94BA4B5E5}"/>
              </a:ext>
            </a:extLst>
          </p:cNvPr>
          <p:cNvSpPr/>
          <p:nvPr/>
        </p:nvSpPr>
        <p:spPr>
          <a:xfrm>
            <a:off x="91743" y="571227"/>
            <a:ext cx="144469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200" b="1" dirty="0"/>
              <a:t>Automating Credit Memo Creation: Moody’s Data + MCP-Based Agentic Workflow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7BCFE97-1906-1032-D9DD-8C2BB1278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81" y="1176515"/>
            <a:ext cx="11313267" cy="69655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5C0A62A-159F-B642-D225-902B335B554F}"/>
              </a:ext>
            </a:extLst>
          </p:cNvPr>
          <p:cNvSpPr txBox="1"/>
          <p:nvPr/>
        </p:nvSpPr>
        <p:spPr>
          <a:xfrm>
            <a:off x="3210127" y="1994170"/>
            <a:ext cx="1750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Entity Creation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81BAF4-B134-C8C2-CDDF-CF25EA28C815}"/>
              </a:ext>
            </a:extLst>
          </p:cNvPr>
          <p:cNvSpPr txBox="1"/>
          <p:nvPr/>
        </p:nvSpPr>
        <p:spPr>
          <a:xfrm>
            <a:off x="6676421" y="1835604"/>
            <a:ext cx="4760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Orbis API </a:t>
            </a:r>
            <a:r>
              <a:rPr lang="en-US" dirty="0">
                <a:solidFill>
                  <a:schemeClr val="bg1"/>
                </a:solidFill>
              </a:rPr>
              <a:t>: Resolve Issuer, hierarchy identities.</a:t>
            </a:r>
          </a:p>
          <a:p>
            <a:r>
              <a:rPr lang="en-US" dirty="0">
                <a:solidFill>
                  <a:schemeClr val="bg1"/>
                </a:solidFill>
              </a:rPr>
              <a:t>Map Subsidiaries &amp; Exposures.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6689B8-2BF1-5C49-926D-636552E30699}"/>
              </a:ext>
            </a:extLst>
          </p:cNvPr>
          <p:cNvSpPr txBox="1"/>
          <p:nvPr/>
        </p:nvSpPr>
        <p:spPr>
          <a:xfrm>
            <a:off x="3210126" y="2996490"/>
            <a:ext cx="1750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Collection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99BB3D-5721-7559-8A34-6659A995231A}"/>
              </a:ext>
            </a:extLst>
          </p:cNvPr>
          <p:cNvSpPr txBox="1"/>
          <p:nvPr/>
        </p:nvSpPr>
        <p:spPr>
          <a:xfrm>
            <a:off x="6660205" y="2894643"/>
            <a:ext cx="530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Hub API </a:t>
            </a:r>
            <a:r>
              <a:rPr lang="en-US" dirty="0">
                <a:solidFill>
                  <a:schemeClr val="bg1"/>
                </a:solidFill>
              </a:rPr>
              <a:t>: Ratings, NewsEdge, Research feeds.</a:t>
            </a:r>
          </a:p>
          <a:p>
            <a:r>
              <a:rPr lang="en-US" dirty="0">
                <a:solidFill>
                  <a:schemeClr val="bg1"/>
                </a:solidFill>
              </a:rPr>
              <a:t>External Connectors (SEC Filings, Transcripts).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277EB5-C5E6-1170-25E6-6862A4FEDE9D}"/>
              </a:ext>
            </a:extLst>
          </p:cNvPr>
          <p:cNvSpPr txBox="1"/>
          <p:nvPr/>
        </p:nvSpPr>
        <p:spPr>
          <a:xfrm>
            <a:off x="3210127" y="4056434"/>
            <a:ext cx="1887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Financial Analysis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93C935-4752-26FE-AA62-B9D56C88ED46}"/>
              </a:ext>
            </a:extLst>
          </p:cNvPr>
          <p:cNvSpPr txBox="1"/>
          <p:nvPr/>
        </p:nvSpPr>
        <p:spPr>
          <a:xfrm>
            <a:off x="6660205" y="3953682"/>
            <a:ext cx="530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Financial Metric API </a:t>
            </a:r>
            <a:r>
              <a:rPr lang="en-US" dirty="0">
                <a:solidFill>
                  <a:schemeClr val="bg1"/>
                </a:solidFill>
              </a:rPr>
              <a:t>: Standardized Financials + Ratios feeds. Peer Benchmarking. Historical + Forecast data.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79393A-6EC5-720A-E910-E37E41152D9B}"/>
              </a:ext>
            </a:extLst>
          </p:cNvPr>
          <p:cNvSpPr txBox="1"/>
          <p:nvPr/>
        </p:nvSpPr>
        <p:spPr>
          <a:xfrm>
            <a:off x="3210126" y="5020956"/>
            <a:ext cx="14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Qualitative </a:t>
            </a:r>
          </a:p>
          <a:p>
            <a:r>
              <a:rPr lang="en-US" b="1" dirty="0">
                <a:solidFill>
                  <a:schemeClr val="bg1"/>
                </a:solidFill>
              </a:rPr>
              <a:t>Assessment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6E02A4-1240-CA4C-0BB0-4D825A3DD1D1}"/>
              </a:ext>
            </a:extLst>
          </p:cNvPr>
          <p:cNvSpPr txBox="1"/>
          <p:nvPr/>
        </p:nvSpPr>
        <p:spPr>
          <a:xfrm>
            <a:off x="6676421" y="4988827"/>
            <a:ext cx="530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Research/News API </a:t>
            </a:r>
            <a:r>
              <a:rPr lang="en-US" dirty="0">
                <a:solidFill>
                  <a:schemeClr val="bg1"/>
                </a:solidFill>
              </a:rPr>
              <a:t>: NLP Based Summarization.</a:t>
            </a:r>
          </a:p>
          <a:p>
            <a:r>
              <a:rPr lang="en-US" dirty="0">
                <a:solidFill>
                  <a:schemeClr val="bg1"/>
                </a:solidFill>
              </a:rPr>
              <a:t>Extract Themes: Strategy, Competition, Risks.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59FEA6-E513-785C-0D52-3D0F703A8F84}"/>
              </a:ext>
            </a:extLst>
          </p:cNvPr>
          <p:cNvSpPr txBox="1"/>
          <p:nvPr/>
        </p:nvSpPr>
        <p:spPr>
          <a:xfrm>
            <a:off x="3210127" y="7250874"/>
            <a:ext cx="2286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Memo Creation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09E66B-7060-A5DF-0542-1D607C30C0E6}"/>
              </a:ext>
            </a:extLst>
          </p:cNvPr>
          <p:cNvSpPr txBox="1"/>
          <p:nvPr/>
        </p:nvSpPr>
        <p:spPr>
          <a:xfrm>
            <a:off x="6660205" y="6103773"/>
            <a:ext cx="530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EDF-X API </a:t>
            </a:r>
            <a:r>
              <a:rPr lang="en-US" dirty="0">
                <a:solidFill>
                  <a:schemeClr val="bg1"/>
                </a:solidFill>
              </a:rPr>
              <a:t>: Probability of Default. Implied Ratings</a:t>
            </a:r>
          </a:p>
          <a:p>
            <a:r>
              <a:rPr lang="en-US" dirty="0">
                <a:solidFill>
                  <a:schemeClr val="bg1"/>
                </a:solidFill>
              </a:rPr>
              <a:t>Early Warning Signals.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7F0B8A-73FD-B707-8A8B-B43F4EBEFA21}"/>
              </a:ext>
            </a:extLst>
          </p:cNvPr>
          <p:cNvSpPr txBox="1"/>
          <p:nvPr/>
        </p:nvSpPr>
        <p:spPr>
          <a:xfrm>
            <a:off x="3210127" y="6245740"/>
            <a:ext cx="2286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Credit Risk Analysis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EFD24E-D1F0-21AF-6B80-7D8051C0734D}"/>
              </a:ext>
            </a:extLst>
          </p:cNvPr>
          <p:cNvSpPr txBox="1"/>
          <p:nvPr/>
        </p:nvSpPr>
        <p:spPr>
          <a:xfrm>
            <a:off x="6660205" y="7138918"/>
            <a:ext cx="530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LLM Powered Synthesis</a:t>
            </a:r>
            <a:r>
              <a:rPr lang="en-US" dirty="0">
                <a:solidFill>
                  <a:schemeClr val="bg1"/>
                </a:solidFill>
              </a:rPr>
              <a:t>: Combines all API outputs. </a:t>
            </a:r>
          </a:p>
          <a:p>
            <a:r>
              <a:rPr lang="en-US" dirty="0">
                <a:solidFill>
                  <a:schemeClr val="bg1"/>
                </a:solidFill>
              </a:rPr>
              <a:t>Generates Custom Structured Credit Memos. </a:t>
            </a:r>
          </a:p>
        </p:txBody>
      </p:sp>
    </p:spTree>
    <p:extLst>
      <p:ext uri="{BB962C8B-B14F-4D97-AF65-F5344CB8AC3E}">
        <p14:creationId xmlns:p14="http://schemas.microsoft.com/office/powerpoint/2010/main" val="1499689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A81E-2C65-147B-1173-51C626A9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8B08578-79CA-7577-D1AB-34153C446866}"/>
              </a:ext>
            </a:extLst>
          </p:cNvPr>
          <p:cNvSpPr/>
          <p:nvPr/>
        </p:nvSpPr>
        <p:spPr>
          <a:xfrm>
            <a:off x="6673175" y="3319108"/>
            <a:ext cx="7733490" cy="79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78EFFC1-C1EB-CB06-632C-49F6F4423BAA}"/>
              </a:ext>
            </a:extLst>
          </p:cNvPr>
          <p:cNvSpPr/>
          <p:nvPr/>
        </p:nvSpPr>
        <p:spPr>
          <a:xfrm>
            <a:off x="7463552" y="4766905"/>
            <a:ext cx="63805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D5635-3CF8-CC20-6005-437707519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8368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34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8744-F688-BC71-110A-6ED784AF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4AC091-6675-E83F-F6AB-7EA8D0F3244A}"/>
              </a:ext>
            </a:extLst>
          </p:cNvPr>
          <p:cNvSpPr/>
          <p:nvPr/>
        </p:nvSpPr>
        <p:spPr>
          <a:xfrm>
            <a:off x="261308" y="331550"/>
            <a:ext cx="133963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200" b="1" dirty="0"/>
              <a:t>Transforming Credit Analysis: From Manual Process to Intelligent Automation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CF506E-6896-0353-41C0-9B1B7275E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41" y="1616217"/>
            <a:ext cx="1663431" cy="1663431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6F72A477-C64B-745E-6979-4BDD17852B47}"/>
              </a:ext>
            </a:extLst>
          </p:cNvPr>
          <p:cNvSpPr/>
          <p:nvPr/>
        </p:nvSpPr>
        <p:spPr>
          <a:xfrm>
            <a:off x="2355949" y="1713582"/>
            <a:ext cx="3733565" cy="146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Efficiency gains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60–80% reduction in manual research time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Credit memos generated in minutes vs. days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Analysts focus on insight, not data gathering</a:t>
            </a:r>
          </a:p>
          <a:p>
            <a:endParaRPr lang="en-US" sz="1600" dirty="0"/>
          </a:p>
          <a:p>
            <a:endParaRPr lang="en-US" sz="1600" dirty="0">
              <a:latin typeface="+mj-lt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</a:endParaRPr>
          </a:p>
          <a:p>
            <a:pPr algn="l"/>
            <a:endParaRPr lang="en-US" sz="1600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C3BD55-47F6-AD69-6796-A7EAEC7DC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16217"/>
            <a:ext cx="1663429" cy="1663429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B5BC110A-B813-AE43-F640-4C08A8A04413}"/>
              </a:ext>
            </a:extLst>
          </p:cNvPr>
          <p:cNvSpPr/>
          <p:nvPr/>
        </p:nvSpPr>
        <p:spPr>
          <a:xfrm>
            <a:off x="9055064" y="1810944"/>
            <a:ext cx="3733565" cy="146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Consistent Quality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Standardized credit evaluation framework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Reduced analyst bias and variability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Always aligned with Moody’s latest data</a:t>
            </a:r>
          </a:p>
          <a:p>
            <a:endParaRPr lang="en-US" sz="1600" dirty="0"/>
          </a:p>
          <a:p>
            <a:endParaRPr lang="en-US" sz="1600" dirty="0">
              <a:latin typeface="+mj-lt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</a:endParaRPr>
          </a:p>
          <a:p>
            <a:pPr algn="l"/>
            <a:endParaRPr lang="en-US" sz="1600" dirty="0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A44343D-B08E-729A-DF52-591EB6AED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84" y="4077534"/>
            <a:ext cx="1668598" cy="16685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AEAD629-3698-41C6-3B60-C67CAADF2A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673" y="4113071"/>
            <a:ext cx="1668597" cy="16685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094B7C-67D6-C024-6E9D-4AC1D14D52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4719" y="6415199"/>
            <a:ext cx="1663430" cy="1663430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397F8BFE-1D01-3F9C-46B9-CA604D2B2762}"/>
              </a:ext>
            </a:extLst>
          </p:cNvPr>
          <p:cNvSpPr/>
          <p:nvPr/>
        </p:nvSpPr>
        <p:spPr>
          <a:xfrm>
            <a:off x="2355948" y="4140525"/>
            <a:ext cx="3733565" cy="146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Better Insights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Real time access to PD and risk signals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Continuous monitoring vs point in time analysis</a:t>
            </a:r>
          </a:p>
          <a:p>
            <a:pPr>
              <a:lnSpc>
                <a:spcPts val="2750"/>
              </a:lnSpc>
            </a:pPr>
            <a:r>
              <a:rPr lang="en-US" sz="1600" dirty="0"/>
              <a:t>Early identification of deteriorating credits</a:t>
            </a:r>
          </a:p>
          <a:p>
            <a:endParaRPr lang="en-US" sz="1600" dirty="0">
              <a:latin typeface="+mj-lt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</a:endParaRPr>
          </a:p>
          <a:p>
            <a:pPr algn="l"/>
            <a:endParaRPr lang="en-US" sz="1600" dirty="0">
              <a:latin typeface="+mj-lt"/>
            </a:endParaRP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5AC62719-BA17-4AEA-6851-F5A0A9A30AA5}"/>
              </a:ext>
            </a:extLst>
          </p:cNvPr>
          <p:cNvSpPr/>
          <p:nvPr/>
        </p:nvSpPr>
        <p:spPr>
          <a:xfrm>
            <a:off x="6173365" y="6415199"/>
            <a:ext cx="4741069" cy="146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Moodys Strategic Value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Moodys as workflow platform and not just a data provider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Enables Agentic AI native consumption of Moody’s data</a:t>
            </a:r>
          </a:p>
          <a:p>
            <a:pPr>
              <a:lnSpc>
                <a:spcPts val="2750"/>
              </a:lnSpc>
            </a:pPr>
            <a:r>
              <a:rPr lang="en-US" sz="1600" b="1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A Credit Analysis Co-pilot product</a:t>
            </a:r>
          </a:p>
          <a:p>
            <a:endParaRPr lang="en-US" sz="1600" dirty="0"/>
          </a:p>
          <a:p>
            <a:endParaRPr lang="en-US" sz="1600" dirty="0">
              <a:latin typeface="+mj-lt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</a:endParaRPr>
          </a:p>
          <a:p>
            <a:pPr algn="l"/>
            <a:endParaRPr lang="en-US" sz="1600" dirty="0">
              <a:latin typeface="+mj-lt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228E1FA8-23CF-33E2-C630-B4C0C56DFC42}"/>
              </a:ext>
            </a:extLst>
          </p:cNvPr>
          <p:cNvSpPr/>
          <p:nvPr/>
        </p:nvSpPr>
        <p:spPr>
          <a:xfrm>
            <a:off x="9055064" y="4148609"/>
            <a:ext cx="3733565" cy="146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Impact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Faster deal underwriting &amp; approvals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Increased deal throughput</a:t>
            </a:r>
          </a:p>
          <a:p>
            <a:pPr>
              <a:lnSpc>
                <a:spcPts val="2750"/>
              </a:lnSpc>
            </a:pPr>
            <a:r>
              <a:rPr lang="en-US" sz="1600" kern="0" spc="-67" dirty="0">
                <a:solidFill>
                  <a:srgbClr val="000000"/>
                </a:solidFill>
                <a:ea typeface="Inter Bold" pitchFamily="34" charset="-122"/>
                <a:cs typeface="Arial" panose="020B0604020202020204" pitchFamily="34" charset="0"/>
              </a:rPr>
              <a:t>Improved risk-adjusted returns</a:t>
            </a:r>
          </a:p>
          <a:p>
            <a:endParaRPr lang="en-US" sz="1600" dirty="0"/>
          </a:p>
          <a:p>
            <a:endParaRPr lang="en-US" sz="1600" dirty="0">
              <a:latin typeface="+mj-lt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algn="l"/>
            <a:endParaRPr lang="en-US" sz="1600" kern="0" spc="-36" dirty="0">
              <a:solidFill>
                <a:srgbClr val="272525"/>
              </a:solidFill>
              <a:latin typeface="+mj-lt"/>
              <a:ea typeface="Inter" pitchFamily="34" charset="-122"/>
            </a:endParaRPr>
          </a:p>
          <a:p>
            <a:pPr algn="l"/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185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7644968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1842" y="3318120"/>
            <a:ext cx="6380559" cy="79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463552" y="4766905"/>
            <a:ext cx="63805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7701</TotalTime>
  <Words>543</Words>
  <Application>Microsoft Office PowerPoint</Application>
  <PresentationFormat>Custom</PresentationFormat>
  <Paragraphs>185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Leslie Francis</cp:lastModifiedBy>
  <cp:revision>14</cp:revision>
  <dcterms:created xsi:type="dcterms:W3CDTF">2025-04-22T20:43:18Z</dcterms:created>
  <dcterms:modified xsi:type="dcterms:W3CDTF">2026-04-20T12:36:15Z</dcterms:modified>
</cp:coreProperties>
</file>